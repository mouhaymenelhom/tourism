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Quattrocento Sans" charset="-122" pitchFamily="34"/>
      <p:regular r:id="rId18"/>
    </p:embeddedFont>
    <p:embeddedFont>
      <p:font typeface="Hedvig Letters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hemediterraneantraveller.com/835f9f16f4a898733c89d94e26bbec0eba7b9bd0.jp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5F6B">
                  <a:alpha val="95000"/>
                </a:srgbClr>
              </a:gs>
              <a:gs pos="50000">
                <a:srgbClr val="005F6B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657350"/>
            <a:ext cx="2200275" cy="342900"/>
          </a:xfrm>
          <a:custGeom>
            <a:avLst/>
            <a:gdLst/>
            <a:ahLst/>
            <a:cxnLst/>
            <a:rect l="l" t="t" r="r" b="b"/>
            <a:pathLst>
              <a:path w="2200275" h="342900">
                <a:moveTo>
                  <a:pt x="171450" y="0"/>
                </a:moveTo>
                <a:lnTo>
                  <a:pt x="2028825" y="0"/>
                </a:lnTo>
                <a:cubicBezTo>
                  <a:pt x="2123451" y="0"/>
                  <a:pt x="2200275" y="76824"/>
                  <a:pt x="2200275" y="171450"/>
                </a:cubicBezTo>
                <a:lnTo>
                  <a:pt x="2200275" y="171450"/>
                </a:lnTo>
                <a:cubicBezTo>
                  <a:pt x="2200275" y="266076"/>
                  <a:pt x="2123451" y="342900"/>
                  <a:pt x="202882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657350"/>
            <a:ext cx="2266950" cy="3429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88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Tunisia Hotel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Reservation Application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09575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Interactive Tourism 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2428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781050" y="4705231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41709" y="472428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1" name="Text 8"/>
          <p:cNvSpPr/>
          <p:nvPr/>
        </p:nvSpPr>
        <p:spPr>
          <a:xfrm>
            <a:off x="2641759" y="4705231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Content Generation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05457" y="472428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4991219" y="4705231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Assistant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6248400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021020" y="624840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10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144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94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6" name="Text 4"/>
          <p:cNvSpPr/>
          <p:nvPr/>
        </p:nvSpPr>
        <p:spPr>
          <a:xfrm>
            <a:off x="323850" y="19431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2019300"/>
            <a:ext cx="278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4900" y="236208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value proposition &amp; platform vision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94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0" name="Text 8"/>
          <p:cNvSpPr/>
          <p:nvPr/>
        </p:nvSpPr>
        <p:spPr>
          <a:xfrm>
            <a:off x="6343650" y="19431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24700" y="2019300"/>
            <a:ext cx="2524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24700" y="2362081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Tunisia tourism boom &amp; market gaps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28192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323850" y="281928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2895481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" y="3238262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architecture &amp; user journey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8192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18" name="Text 16"/>
          <p:cNvSpPr/>
          <p:nvPr/>
        </p:nvSpPr>
        <p:spPr>
          <a:xfrm>
            <a:off x="6343650" y="281928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24700" y="2895481"/>
            <a:ext cx="2619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24700" y="3238262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discovery &amp; navigation features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69546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2" name="Text 20"/>
          <p:cNvSpPr/>
          <p:nvPr/>
        </p:nvSpPr>
        <p:spPr>
          <a:xfrm>
            <a:off x="323850" y="3695462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" y="3771662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State Descriptions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" y="4114443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content for 24 governorates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369546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6343650" y="3695462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4700" y="3771662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Hotel Content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700" y="4114443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property descriptions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57164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0" name="Text 28"/>
          <p:cNvSpPr/>
          <p:nvPr/>
        </p:nvSpPr>
        <p:spPr>
          <a:xfrm>
            <a:off x="323850" y="457164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4900" y="4647843"/>
            <a:ext cx="2105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Travel Assistant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4900" y="4990624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 for travelers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0" y="457164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34" name="Text 32"/>
          <p:cNvSpPr/>
          <p:nvPr/>
        </p:nvSpPr>
        <p:spPr>
          <a:xfrm>
            <a:off x="6343650" y="457164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24700" y="4647843"/>
            <a:ext cx="1990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24700" y="4990624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AI integration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5447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" y="5447824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4900" y="5562124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04900" y="5866924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steps &amp; investment opportunity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091" y="436364"/>
            <a:ext cx="558545" cy="34909"/>
          </a:xfrm>
          <a:custGeom>
            <a:avLst/>
            <a:gdLst/>
            <a:ahLst/>
            <a:cxnLst/>
            <a:rect l="l" t="t" r="r" b="b"/>
            <a:pathLst>
              <a:path w="558545" h="34909">
                <a:moveTo>
                  <a:pt x="0" y="0"/>
                </a:moveTo>
                <a:lnTo>
                  <a:pt x="558545" y="0"/>
                </a:lnTo>
                <a:lnTo>
                  <a:pt x="558545" y="34909"/>
                </a:lnTo>
                <a:lnTo>
                  <a:pt x="0" y="34909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047273" y="349091"/>
            <a:ext cx="1239273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spc="110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091" y="768000"/>
            <a:ext cx="11703273" cy="41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99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6545" y="1466182"/>
            <a:ext cx="6798545" cy="1640727"/>
          </a:xfrm>
          <a:custGeom>
            <a:avLst/>
            <a:gdLst/>
            <a:ahLst/>
            <a:cxnLst/>
            <a:rect l="l" t="t" r="r" b="b"/>
            <a:pathLst>
              <a:path w="6798545" h="1640727">
                <a:moveTo>
                  <a:pt x="34909" y="0"/>
                </a:moveTo>
                <a:lnTo>
                  <a:pt x="6693818" y="0"/>
                </a:lnTo>
                <a:cubicBezTo>
                  <a:pt x="6751657" y="0"/>
                  <a:pt x="6798545" y="46888"/>
                  <a:pt x="6798545" y="104728"/>
                </a:cubicBezTo>
                <a:lnTo>
                  <a:pt x="6798545" y="1536000"/>
                </a:lnTo>
                <a:cubicBezTo>
                  <a:pt x="6798545" y="1593839"/>
                  <a:pt x="6751657" y="1640727"/>
                  <a:pt x="6693818" y="1640727"/>
                </a:cubicBezTo>
                <a:lnTo>
                  <a:pt x="34909" y="1640727"/>
                </a:lnTo>
                <a:cubicBezTo>
                  <a:pt x="15629" y="1640727"/>
                  <a:pt x="0" y="1625098"/>
                  <a:pt x="0" y="1605818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0909" dist="87273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6545" y="1466182"/>
            <a:ext cx="34909" cy="1640727"/>
          </a:xfrm>
          <a:custGeom>
            <a:avLst/>
            <a:gdLst/>
            <a:ahLst/>
            <a:cxnLst/>
            <a:rect l="l" t="t" r="r" b="b"/>
            <a:pathLst>
              <a:path w="34909" h="1640727">
                <a:moveTo>
                  <a:pt x="34909" y="0"/>
                </a:moveTo>
                <a:lnTo>
                  <a:pt x="34909" y="0"/>
                </a:lnTo>
                <a:lnTo>
                  <a:pt x="34909" y="1640727"/>
                </a:lnTo>
                <a:lnTo>
                  <a:pt x="34909" y="1640727"/>
                </a:lnTo>
                <a:cubicBezTo>
                  <a:pt x="15629" y="1640727"/>
                  <a:pt x="0" y="1625098"/>
                  <a:pt x="0" y="1605818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7" name="Shape 5"/>
          <p:cNvSpPr/>
          <p:nvPr/>
        </p:nvSpPr>
        <p:spPr>
          <a:xfrm>
            <a:off x="593455" y="1675636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104729" y="0"/>
                </a:moveTo>
                <a:lnTo>
                  <a:pt x="383998" y="0"/>
                </a:lnTo>
                <a:cubicBezTo>
                  <a:pt x="441838" y="0"/>
                  <a:pt x="488727" y="46889"/>
                  <a:pt x="488727" y="104729"/>
                </a:cubicBezTo>
                <a:lnTo>
                  <a:pt x="488727" y="383998"/>
                </a:lnTo>
                <a:cubicBezTo>
                  <a:pt x="488727" y="441838"/>
                  <a:pt x="441838" y="488727"/>
                  <a:pt x="383998" y="488727"/>
                </a:cubicBezTo>
                <a:lnTo>
                  <a:pt x="104729" y="488727"/>
                </a:lnTo>
                <a:cubicBezTo>
                  <a:pt x="46889" y="488727"/>
                  <a:pt x="0" y="441838"/>
                  <a:pt x="0" y="383998"/>
                </a:cubicBezTo>
                <a:lnTo>
                  <a:pt x="0" y="104729"/>
                </a:lnTo>
                <a:cubicBezTo>
                  <a:pt x="0" y="46928"/>
                  <a:pt x="46928" y="0"/>
                  <a:pt x="104729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9273" y="1815273"/>
            <a:ext cx="157091" cy="209455"/>
          </a:xfrm>
          <a:custGeom>
            <a:avLst/>
            <a:gdLst/>
            <a:ahLst/>
            <a:cxnLst/>
            <a:rect l="l" t="t" r="r" b="b"/>
            <a:pathLst>
              <a:path w="157091" h="209455">
                <a:moveTo>
                  <a:pt x="119823" y="157091"/>
                </a:moveTo>
                <a:cubicBezTo>
                  <a:pt x="122809" y="147968"/>
                  <a:pt x="128782" y="139705"/>
                  <a:pt x="135532" y="132586"/>
                </a:cubicBezTo>
                <a:cubicBezTo>
                  <a:pt x="148909" y="118514"/>
                  <a:pt x="157091" y="99491"/>
                  <a:pt x="157091" y="78545"/>
                </a:cubicBezTo>
                <a:cubicBezTo>
                  <a:pt x="157091" y="35182"/>
                  <a:pt x="121909" y="0"/>
                  <a:pt x="78545" y="0"/>
                </a:cubicBezTo>
                <a:cubicBezTo>
                  <a:pt x="35182" y="0"/>
                  <a:pt x="0" y="35182"/>
                  <a:pt x="0" y="78545"/>
                </a:cubicBezTo>
                <a:cubicBezTo>
                  <a:pt x="0" y="99491"/>
                  <a:pt x="8182" y="118514"/>
                  <a:pt x="21559" y="132586"/>
                </a:cubicBezTo>
                <a:cubicBezTo>
                  <a:pt x="28309" y="139705"/>
                  <a:pt x="34323" y="147968"/>
                  <a:pt x="37268" y="157091"/>
                </a:cubicBezTo>
                <a:lnTo>
                  <a:pt x="119782" y="157091"/>
                </a:lnTo>
                <a:close/>
                <a:moveTo>
                  <a:pt x="117818" y="176727"/>
                </a:moveTo>
                <a:lnTo>
                  <a:pt x="39273" y="176727"/>
                </a:lnTo>
                <a:lnTo>
                  <a:pt x="39273" y="183273"/>
                </a:lnTo>
                <a:cubicBezTo>
                  <a:pt x="39273" y="201355"/>
                  <a:pt x="53918" y="216000"/>
                  <a:pt x="72000" y="216000"/>
                </a:cubicBezTo>
                <a:lnTo>
                  <a:pt x="85091" y="216000"/>
                </a:lnTo>
                <a:cubicBezTo>
                  <a:pt x="103173" y="216000"/>
                  <a:pt x="117818" y="201355"/>
                  <a:pt x="117818" y="183273"/>
                </a:cubicBezTo>
                <a:lnTo>
                  <a:pt x="117818" y="176727"/>
                </a:lnTo>
                <a:close/>
                <a:moveTo>
                  <a:pt x="75273" y="45818"/>
                </a:moveTo>
                <a:cubicBezTo>
                  <a:pt x="58991" y="45818"/>
                  <a:pt x="45818" y="58991"/>
                  <a:pt x="45818" y="75273"/>
                </a:cubicBezTo>
                <a:cubicBezTo>
                  <a:pt x="45818" y="80714"/>
                  <a:pt x="41441" y="85091"/>
                  <a:pt x="36000" y="85091"/>
                </a:cubicBezTo>
                <a:cubicBezTo>
                  <a:pt x="30559" y="85091"/>
                  <a:pt x="26182" y="80714"/>
                  <a:pt x="26182" y="75273"/>
                </a:cubicBezTo>
                <a:cubicBezTo>
                  <a:pt x="26182" y="48150"/>
                  <a:pt x="48150" y="26182"/>
                  <a:pt x="75273" y="26182"/>
                </a:cubicBezTo>
                <a:cubicBezTo>
                  <a:pt x="80714" y="26182"/>
                  <a:pt x="85091" y="30559"/>
                  <a:pt x="85091" y="36000"/>
                </a:cubicBezTo>
                <a:cubicBezTo>
                  <a:pt x="85091" y="41441"/>
                  <a:pt x="80714" y="45818"/>
                  <a:pt x="75273" y="45818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9" name="Text 7"/>
          <p:cNvSpPr/>
          <p:nvPr/>
        </p:nvSpPr>
        <p:spPr>
          <a:xfrm>
            <a:off x="1221818" y="1675636"/>
            <a:ext cx="5821091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1818" y="1989818"/>
            <a:ext cx="5803636" cy="90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Revolutionize Tunisia's tourism booking experience through an AI-powered platform that combines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2C3E50">
                    <a:alpha val="80000"/>
                  </a:srgbClr>
                </a:solidFill>
                <a:highlight>
                  <a:srgbClr val="E67E2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mapping technology 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2C3E50">
                    <a:alpha val="80000"/>
                  </a:srgbClr>
                </a:solidFill>
                <a:highlight>
                  <a:srgbClr val="E67E2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content generation 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Our solution transforms how travelers discover, explore, and book accommodations across all 24 Tunisian governorates.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6545" y="3281455"/>
            <a:ext cx="6798545" cy="1640727"/>
          </a:xfrm>
          <a:custGeom>
            <a:avLst/>
            <a:gdLst/>
            <a:ahLst/>
            <a:cxnLst/>
            <a:rect l="l" t="t" r="r" b="b"/>
            <a:pathLst>
              <a:path w="6798545" h="1640727">
                <a:moveTo>
                  <a:pt x="34909" y="0"/>
                </a:moveTo>
                <a:lnTo>
                  <a:pt x="6693818" y="0"/>
                </a:lnTo>
                <a:cubicBezTo>
                  <a:pt x="6751657" y="0"/>
                  <a:pt x="6798545" y="46888"/>
                  <a:pt x="6798545" y="104728"/>
                </a:cubicBezTo>
                <a:lnTo>
                  <a:pt x="6798545" y="1536000"/>
                </a:lnTo>
                <a:cubicBezTo>
                  <a:pt x="6798545" y="1593839"/>
                  <a:pt x="6751657" y="1640727"/>
                  <a:pt x="6693818" y="1640727"/>
                </a:cubicBezTo>
                <a:lnTo>
                  <a:pt x="34909" y="1640727"/>
                </a:lnTo>
                <a:cubicBezTo>
                  <a:pt x="15629" y="1640727"/>
                  <a:pt x="0" y="1625098"/>
                  <a:pt x="0" y="1605818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0909" dist="87273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545" y="3281455"/>
            <a:ext cx="34909" cy="1640727"/>
          </a:xfrm>
          <a:custGeom>
            <a:avLst/>
            <a:gdLst/>
            <a:ahLst/>
            <a:cxnLst/>
            <a:rect l="l" t="t" r="r" b="b"/>
            <a:pathLst>
              <a:path w="34909" h="1640727">
                <a:moveTo>
                  <a:pt x="34909" y="0"/>
                </a:moveTo>
                <a:lnTo>
                  <a:pt x="34909" y="0"/>
                </a:lnTo>
                <a:lnTo>
                  <a:pt x="34909" y="1640727"/>
                </a:lnTo>
                <a:lnTo>
                  <a:pt x="34909" y="1640727"/>
                </a:lnTo>
                <a:cubicBezTo>
                  <a:pt x="15629" y="1640727"/>
                  <a:pt x="0" y="1625098"/>
                  <a:pt x="0" y="1605818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455" y="3490909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104729" y="0"/>
                </a:moveTo>
                <a:lnTo>
                  <a:pt x="383998" y="0"/>
                </a:lnTo>
                <a:cubicBezTo>
                  <a:pt x="441838" y="0"/>
                  <a:pt x="488727" y="46889"/>
                  <a:pt x="488727" y="104729"/>
                </a:cubicBezTo>
                <a:lnTo>
                  <a:pt x="488727" y="383998"/>
                </a:lnTo>
                <a:cubicBezTo>
                  <a:pt x="488727" y="441838"/>
                  <a:pt x="441838" y="488727"/>
                  <a:pt x="383998" y="488727"/>
                </a:cubicBezTo>
                <a:lnTo>
                  <a:pt x="104729" y="488727"/>
                </a:lnTo>
                <a:cubicBezTo>
                  <a:pt x="46889" y="488727"/>
                  <a:pt x="0" y="441838"/>
                  <a:pt x="0" y="383998"/>
                </a:cubicBezTo>
                <a:lnTo>
                  <a:pt x="0" y="104729"/>
                </a:lnTo>
                <a:cubicBezTo>
                  <a:pt x="0" y="46928"/>
                  <a:pt x="46928" y="0"/>
                  <a:pt x="104729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3091" y="3630545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83273" y="104727"/>
                </a:moveTo>
                <a:cubicBezTo>
                  <a:pt x="183273" y="61377"/>
                  <a:pt x="148078" y="26182"/>
                  <a:pt x="104727" y="26182"/>
                </a:cubicBezTo>
                <a:cubicBezTo>
                  <a:pt x="61377" y="26182"/>
                  <a:pt x="26182" y="61377"/>
                  <a:pt x="26182" y="104727"/>
                </a:cubicBezTo>
                <a:cubicBezTo>
                  <a:pt x="26182" y="148078"/>
                  <a:pt x="61377" y="183273"/>
                  <a:pt x="104727" y="183273"/>
                </a:cubicBezTo>
                <a:cubicBezTo>
                  <a:pt x="148078" y="183273"/>
                  <a:pt x="183273" y="148078"/>
                  <a:pt x="183273" y="104727"/>
                </a:cubicBezTo>
                <a:close/>
                <a:moveTo>
                  <a:pt x="0" y="104727"/>
                </a:moveTo>
                <a:cubicBezTo>
                  <a:pt x="0" y="46927"/>
                  <a:pt x="46927" y="0"/>
                  <a:pt x="104727" y="0"/>
                </a:cubicBezTo>
                <a:cubicBezTo>
                  <a:pt x="162528" y="0"/>
                  <a:pt x="209455" y="46927"/>
                  <a:pt x="209455" y="104727"/>
                </a:cubicBezTo>
                <a:cubicBezTo>
                  <a:pt x="209455" y="162528"/>
                  <a:pt x="162528" y="209455"/>
                  <a:pt x="104727" y="209455"/>
                </a:cubicBezTo>
                <a:cubicBezTo>
                  <a:pt x="46927" y="209455"/>
                  <a:pt x="0" y="162528"/>
                  <a:pt x="0" y="104727"/>
                </a:cubicBezTo>
                <a:close/>
                <a:moveTo>
                  <a:pt x="104727" y="137455"/>
                </a:moveTo>
                <a:cubicBezTo>
                  <a:pt x="122790" y="137455"/>
                  <a:pt x="137455" y="122790"/>
                  <a:pt x="137455" y="104727"/>
                </a:cubicBezTo>
                <a:cubicBezTo>
                  <a:pt x="137455" y="86665"/>
                  <a:pt x="122790" y="72000"/>
                  <a:pt x="104727" y="72000"/>
                </a:cubicBezTo>
                <a:cubicBezTo>
                  <a:pt x="86665" y="72000"/>
                  <a:pt x="72000" y="86665"/>
                  <a:pt x="72000" y="104727"/>
                </a:cubicBezTo>
                <a:cubicBezTo>
                  <a:pt x="72000" y="122790"/>
                  <a:pt x="86665" y="137455"/>
                  <a:pt x="104727" y="137455"/>
                </a:cubicBezTo>
                <a:close/>
                <a:moveTo>
                  <a:pt x="104727" y="45818"/>
                </a:moveTo>
                <a:cubicBezTo>
                  <a:pt x="137240" y="45818"/>
                  <a:pt x="163636" y="72214"/>
                  <a:pt x="163636" y="104727"/>
                </a:cubicBezTo>
                <a:cubicBezTo>
                  <a:pt x="163636" y="137240"/>
                  <a:pt x="137240" y="163636"/>
                  <a:pt x="104727" y="163636"/>
                </a:cubicBezTo>
                <a:cubicBezTo>
                  <a:pt x="72214" y="163636"/>
                  <a:pt x="45818" y="137240"/>
                  <a:pt x="45818" y="104727"/>
                </a:cubicBezTo>
                <a:cubicBezTo>
                  <a:pt x="45818" y="72214"/>
                  <a:pt x="72214" y="45818"/>
                  <a:pt x="104727" y="45818"/>
                </a:cubicBezTo>
                <a:close/>
                <a:moveTo>
                  <a:pt x="91636" y="104727"/>
                </a:moveTo>
                <a:cubicBezTo>
                  <a:pt x="91636" y="97502"/>
                  <a:pt x="97502" y="91636"/>
                  <a:pt x="104727" y="91636"/>
                </a:cubicBezTo>
                <a:cubicBezTo>
                  <a:pt x="111952" y="91636"/>
                  <a:pt x="117818" y="97502"/>
                  <a:pt x="117818" y="104727"/>
                </a:cubicBezTo>
                <a:cubicBezTo>
                  <a:pt x="117818" y="111952"/>
                  <a:pt x="111952" y="117818"/>
                  <a:pt x="104727" y="117818"/>
                </a:cubicBezTo>
                <a:cubicBezTo>
                  <a:pt x="97502" y="117818"/>
                  <a:pt x="91636" y="111952"/>
                  <a:pt x="91636" y="104727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5" name="Text 13"/>
          <p:cNvSpPr/>
          <p:nvPr/>
        </p:nvSpPr>
        <p:spPr>
          <a:xfrm>
            <a:off x="1221818" y="3490909"/>
            <a:ext cx="5821091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Value Proposition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1818" y="3805091"/>
            <a:ext cx="5803636" cy="90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hotel reservation platform specifically designed for Tunisia's unique tourism landscape, featuring an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visualizes states, hotels, and tourist zones with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descriptions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an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travel assistant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providing personalized responses about traveling to Tunisia.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6545" y="5096727"/>
            <a:ext cx="6798545" cy="1413818"/>
          </a:xfrm>
          <a:custGeom>
            <a:avLst/>
            <a:gdLst/>
            <a:ahLst/>
            <a:cxnLst/>
            <a:rect l="l" t="t" r="r" b="b"/>
            <a:pathLst>
              <a:path w="6798545" h="1413818">
                <a:moveTo>
                  <a:pt x="34909" y="0"/>
                </a:moveTo>
                <a:lnTo>
                  <a:pt x="6693824" y="0"/>
                </a:lnTo>
                <a:cubicBezTo>
                  <a:pt x="6751660" y="0"/>
                  <a:pt x="6798545" y="46885"/>
                  <a:pt x="6798545" y="104722"/>
                </a:cubicBezTo>
                <a:lnTo>
                  <a:pt x="6798545" y="1309097"/>
                </a:lnTo>
                <a:cubicBezTo>
                  <a:pt x="6798545" y="1366933"/>
                  <a:pt x="6751660" y="1413818"/>
                  <a:pt x="6693824" y="1413818"/>
                </a:cubicBezTo>
                <a:lnTo>
                  <a:pt x="34909" y="1413818"/>
                </a:lnTo>
                <a:cubicBezTo>
                  <a:pt x="15629" y="1413818"/>
                  <a:pt x="0" y="1398189"/>
                  <a:pt x="0" y="1378909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0909" dist="87273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6545" y="5096727"/>
            <a:ext cx="34909" cy="1413818"/>
          </a:xfrm>
          <a:custGeom>
            <a:avLst/>
            <a:gdLst/>
            <a:ahLst/>
            <a:cxnLst/>
            <a:rect l="l" t="t" r="r" b="b"/>
            <a:pathLst>
              <a:path w="34909" h="1413818">
                <a:moveTo>
                  <a:pt x="34909" y="0"/>
                </a:moveTo>
                <a:lnTo>
                  <a:pt x="34909" y="0"/>
                </a:lnTo>
                <a:lnTo>
                  <a:pt x="34909" y="1413818"/>
                </a:lnTo>
                <a:lnTo>
                  <a:pt x="34909" y="1413818"/>
                </a:lnTo>
                <a:cubicBezTo>
                  <a:pt x="15629" y="1413818"/>
                  <a:pt x="0" y="1398189"/>
                  <a:pt x="0" y="1378909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9" name="Shape 17"/>
          <p:cNvSpPr/>
          <p:nvPr/>
        </p:nvSpPr>
        <p:spPr>
          <a:xfrm>
            <a:off x="593455" y="5306182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104729" y="0"/>
                </a:moveTo>
                <a:lnTo>
                  <a:pt x="383998" y="0"/>
                </a:lnTo>
                <a:cubicBezTo>
                  <a:pt x="441838" y="0"/>
                  <a:pt x="488727" y="46889"/>
                  <a:pt x="488727" y="104729"/>
                </a:cubicBezTo>
                <a:lnTo>
                  <a:pt x="488727" y="383998"/>
                </a:lnTo>
                <a:cubicBezTo>
                  <a:pt x="488727" y="441838"/>
                  <a:pt x="441838" y="488727"/>
                  <a:pt x="383998" y="488727"/>
                </a:cubicBezTo>
                <a:lnTo>
                  <a:pt x="104729" y="488727"/>
                </a:lnTo>
                <a:cubicBezTo>
                  <a:pt x="46889" y="488727"/>
                  <a:pt x="0" y="441838"/>
                  <a:pt x="0" y="383998"/>
                </a:cubicBezTo>
                <a:lnTo>
                  <a:pt x="0" y="104729"/>
                </a:lnTo>
                <a:cubicBezTo>
                  <a:pt x="0" y="46928"/>
                  <a:pt x="46928" y="0"/>
                  <a:pt x="104729" y="0"/>
                </a:cubicBezTo>
                <a:close/>
              </a:path>
            </a:pathLst>
          </a:custGeom>
          <a:solidFill>
            <a:srgbClr val="E67E22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3091" y="5445818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52364" y="130909"/>
                </a:moveTo>
                <a:lnTo>
                  <a:pt x="10023" y="130909"/>
                </a:lnTo>
                <a:cubicBezTo>
                  <a:pt x="-164" y="130909"/>
                  <a:pt x="-6423" y="119823"/>
                  <a:pt x="-1186" y="111068"/>
                </a:cubicBezTo>
                <a:lnTo>
                  <a:pt x="20455" y="74986"/>
                </a:lnTo>
                <a:cubicBezTo>
                  <a:pt x="24014" y="69055"/>
                  <a:pt x="30395" y="65455"/>
                  <a:pt x="37309" y="65455"/>
                </a:cubicBezTo>
                <a:lnTo>
                  <a:pt x="76173" y="65455"/>
                </a:lnTo>
                <a:cubicBezTo>
                  <a:pt x="107305" y="12723"/>
                  <a:pt x="153736" y="10064"/>
                  <a:pt x="184786" y="14605"/>
                </a:cubicBezTo>
                <a:cubicBezTo>
                  <a:pt x="190023" y="15382"/>
                  <a:pt x="194114" y="19473"/>
                  <a:pt x="194850" y="24668"/>
                </a:cubicBezTo>
                <a:cubicBezTo>
                  <a:pt x="199391" y="55718"/>
                  <a:pt x="196732" y="102150"/>
                  <a:pt x="144000" y="133282"/>
                </a:cubicBezTo>
                <a:lnTo>
                  <a:pt x="144000" y="172145"/>
                </a:lnTo>
                <a:cubicBezTo>
                  <a:pt x="144000" y="179059"/>
                  <a:pt x="140400" y="185441"/>
                  <a:pt x="134468" y="189000"/>
                </a:cubicBezTo>
                <a:lnTo>
                  <a:pt x="98386" y="210641"/>
                </a:lnTo>
                <a:cubicBezTo>
                  <a:pt x="89673" y="215877"/>
                  <a:pt x="78545" y="209577"/>
                  <a:pt x="78545" y="199432"/>
                </a:cubicBezTo>
                <a:lnTo>
                  <a:pt x="78545" y="157091"/>
                </a:lnTo>
                <a:cubicBezTo>
                  <a:pt x="78545" y="142650"/>
                  <a:pt x="66805" y="130909"/>
                  <a:pt x="52364" y="130909"/>
                </a:cubicBezTo>
                <a:lnTo>
                  <a:pt x="52323" y="130909"/>
                </a:lnTo>
                <a:close/>
                <a:moveTo>
                  <a:pt x="163636" y="65455"/>
                </a:moveTo>
                <a:cubicBezTo>
                  <a:pt x="163636" y="54617"/>
                  <a:pt x="154838" y="45818"/>
                  <a:pt x="144000" y="45818"/>
                </a:cubicBezTo>
                <a:cubicBezTo>
                  <a:pt x="133162" y="45818"/>
                  <a:pt x="124364" y="54617"/>
                  <a:pt x="124364" y="65455"/>
                </a:cubicBezTo>
                <a:cubicBezTo>
                  <a:pt x="124364" y="76292"/>
                  <a:pt x="133162" y="85091"/>
                  <a:pt x="144000" y="85091"/>
                </a:cubicBezTo>
                <a:cubicBezTo>
                  <a:pt x="154838" y="85091"/>
                  <a:pt x="163636" y="76292"/>
                  <a:pt x="163636" y="65455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1221818" y="5306182"/>
            <a:ext cx="5821091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Timing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1818" y="5620364"/>
            <a:ext cx="5803636" cy="68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Tunisia's tourism sector achieved a historic milestone in 2025 with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11+ million visitors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$2.68 billion in revenue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record-breaking growth creates an unprecedented opportunity for digital innovation in the hospitality sector.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72691" y="1466182"/>
            <a:ext cx="4477091" cy="2757818"/>
          </a:xfrm>
          <a:custGeom>
            <a:avLst/>
            <a:gdLst/>
            <a:ahLst/>
            <a:cxnLst/>
            <a:rect l="l" t="t" r="r" b="b"/>
            <a:pathLst>
              <a:path w="4477091" h="2757818">
                <a:moveTo>
                  <a:pt x="104714" y="0"/>
                </a:moveTo>
                <a:lnTo>
                  <a:pt x="4372377" y="0"/>
                </a:lnTo>
                <a:cubicBezTo>
                  <a:pt x="4430209" y="0"/>
                  <a:pt x="4477091" y="46882"/>
                  <a:pt x="4477091" y="104714"/>
                </a:cubicBezTo>
                <a:lnTo>
                  <a:pt x="4477091" y="2653104"/>
                </a:lnTo>
                <a:cubicBezTo>
                  <a:pt x="4477091" y="2710936"/>
                  <a:pt x="4430209" y="2757818"/>
                  <a:pt x="4372377" y="2757818"/>
                </a:cubicBezTo>
                <a:lnTo>
                  <a:pt x="104714" y="2757818"/>
                </a:lnTo>
                <a:cubicBezTo>
                  <a:pt x="46882" y="2757818"/>
                  <a:pt x="0" y="2710936"/>
                  <a:pt x="0" y="2653104"/>
                </a:cubicBezTo>
                <a:lnTo>
                  <a:pt x="0" y="104714"/>
                </a:lnTo>
                <a:cubicBezTo>
                  <a:pt x="0" y="46921"/>
                  <a:pt x="46921" y="0"/>
                  <a:pt x="104714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2146" y="1675636"/>
            <a:ext cx="4145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03964" y="2094545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78545" y="157091"/>
                </a:moveTo>
                <a:cubicBezTo>
                  <a:pt x="121896" y="157091"/>
                  <a:pt x="157091" y="121896"/>
                  <a:pt x="157091" y="78545"/>
                </a:cubicBezTo>
                <a:cubicBezTo>
                  <a:pt x="157091" y="35195"/>
                  <a:pt x="121896" y="0"/>
                  <a:pt x="78545" y="0"/>
                </a:cubicBezTo>
                <a:cubicBezTo>
                  <a:pt x="35195" y="0"/>
                  <a:pt x="0" y="35195"/>
                  <a:pt x="0" y="78545"/>
                </a:cubicBezTo>
                <a:cubicBezTo>
                  <a:pt x="0" y="121896"/>
                  <a:pt x="35195" y="157091"/>
                  <a:pt x="78545" y="157091"/>
                </a:cubicBezTo>
                <a:close/>
                <a:moveTo>
                  <a:pt x="104441" y="65260"/>
                </a:moveTo>
                <a:lnTo>
                  <a:pt x="79895" y="104533"/>
                </a:lnTo>
                <a:cubicBezTo>
                  <a:pt x="78607" y="106589"/>
                  <a:pt x="76398" y="107877"/>
                  <a:pt x="73974" y="108000"/>
                </a:cubicBezTo>
                <a:cubicBezTo>
                  <a:pt x="71550" y="108123"/>
                  <a:pt x="69218" y="107018"/>
                  <a:pt x="67776" y="105055"/>
                </a:cubicBezTo>
                <a:lnTo>
                  <a:pt x="53049" y="85418"/>
                </a:lnTo>
                <a:cubicBezTo>
                  <a:pt x="50594" y="82166"/>
                  <a:pt x="51269" y="77564"/>
                  <a:pt x="54522" y="75109"/>
                </a:cubicBezTo>
                <a:cubicBezTo>
                  <a:pt x="57774" y="72655"/>
                  <a:pt x="62376" y="73330"/>
                  <a:pt x="64831" y="76582"/>
                </a:cubicBezTo>
                <a:lnTo>
                  <a:pt x="73115" y="87627"/>
                </a:lnTo>
                <a:lnTo>
                  <a:pt x="91953" y="57467"/>
                </a:lnTo>
                <a:cubicBezTo>
                  <a:pt x="94101" y="54031"/>
                  <a:pt x="98642" y="52957"/>
                  <a:pt x="102109" y="55135"/>
                </a:cubicBezTo>
                <a:cubicBezTo>
                  <a:pt x="105576" y="57314"/>
                  <a:pt x="106619" y="61824"/>
                  <a:pt x="104441" y="65291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7883237" y="2059636"/>
            <a:ext cx="2565818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Content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83237" y="2269091"/>
            <a:ext cx="2557091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Auto-generated descriptions for states &amp; hotels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03964" y="2618182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78545" y="157091"/>
                </a:moveTo>
                <a:cubicBezTo>
                  <a:pt x="121896" y="157091"/>
                  <a:pt x="157091" y="121896"/>
                  <a:pt x="157091" y="78545"/>
                </a:cubicBezTo>
                <a:cubicBezTo>
                  <a:pt x="157091" y="35195"/>
                  <a:pt x="121896" y="0"/>
                  <a:pt x="78545" y="0"/>
                </a:cubicBezTo>
                <a:cubicBezTo>
                  <a:pt x="35195" y="0"/>
                  <a:pt x="0" y="35195"/>
                  <a:pt x="0" y="78545"/>
                </a:cubicBezTo>
                <a:cubicBezTo>
                  <a:pt x="0" y="121896"/>
                  <a:pt x="35195" y="157091"/>
                  <a:pt x="78545" y="157091"/>
                </a:cubicBezTo>
                <a:close/>
                <a:moveTo>
                  <a:pt x="104441" y="65260"/>
                </a:moveTo>
                <a:lnTo>
                  <a:pt x="79895" y="104533"/>
                </a:lnTo>
                <a:cubicBezTo>
                  <a:pt x="78607" y="106589"/>
                  <a:pt x="76398" y="107877"/>
                  <a:pt x="73974" y="108000"/>
                </a:cubicBezTo>
                <a:cubicBezTo>
                  <a:pt x="71550" y="108123"/>
                  <a:pt x="69218" y="107018"/>
                  <a:pt x="67776" y="105055"/>
                </a:cubicBezTo>
                <a:lnTo>
                  <a:pt x="53049" y="85418"/>
                </a:lnTo>
                <a:cubicBezTo>
                  <a:pt x="50594" y="82166"/>
                  <a:pt x="51269" y="77564"/>
                  <a:pt x="54522" y="75109"/>
                </a:cubicBezTo>
                <a:cubicBezTo>
                  <a:pt x="57774" y="72655"/>
                  <a:pt x="62376" y="73330"/>
                  <a:pt x="64831" y="76582"/>
                </a:cubicBezTo>
                <a:lnTo>
                  <a:pt x="73115" y="87627"/>
                </a:lnTo>
                <a:lnTo>
                  <a:pt x="91953" y="57467"/>
                </a:lnTo>
                <a:cubicBezTo>
                  <a:pt x="94101" y="54031"/>
                  <a:pt x="98642" y="52957"/>
                  <a:pt x="102109" y="55135"/>
                </a:cubicBezTo>
                <a:cubicBezTo>
                  <a:pt x="105576" y="57314"/>
                  <a:pt x="106619" y="61824"/>
                  <a:pt x="104441" y="65291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7883237" y="2583273"/>
            <a:ext cx="2181818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83237" y="2792727"/>
            <a:ext cx="2173091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exploration of all 24 governorates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03964" y="3141818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78545" y="157091"/>
                </a:moveTo>
                <a:cubicBezTo>
                  <a:pt x="121896" y="157091"/>
                  <a:pt x="157091" y="121896"/>
                  <a:pt x="157091" y="78545"/>
                </a:cubicBezTo>
                <a:cubicBezTo>
                  <a:pt x="157091" y="35195"/>
                  <a:pt x="121896" y="0"/>
                  <a:pt x="78545" y="0"/>
                </a:cubicBezTo>
                <a:cubicBezTo>
                  <a:pt x="35195" y="0"/>
                  <a:pt x="0" y="35195"/>
                  <a:pt x="0" y="78545"/>
                </a:cubicBezTo>
                <a:cubicBezTo>
                  <a:pt x="0" y="121896"/>
                  <a:pt x="35195" y="157091"/>
                  <a:pt x="78545" y="157091"/>
                </a:cubicBezTo>
                <a:close/>
                <a:moveTo>
                  <a:pt x="104441" y="65260"/>
                </a:moveTo>
                <a:lnTo>
                  <a:pt x="79895" y="104533"/>
                </a:lnTo>
                <a:cubicBezTo>
                  <a:pt x="78607" y="106589"/>
                  <a:pt x="76398" y="107877"/>
                  <a:pt x="73974" y="108000"/>
                </a:cubicBezTo>
                <a:cubicBezTo>
                  <a:pt x="71550" y="108123"/>
                  <a:pt x="69218" y="107018"/>
                  <a:pt x="67776" y="105055"/>
                </a:cubicBezTo>
                <a:lnTo>
                  <a:pt x="53049" y="85418"/>
                </a:lnTo>
                <a:cubicBezTo>
                  <a:pt x="50594" y="82166"/>
                  <a:pt x="51269" y="77564"/>
                  <a:pt x="54522" y="75109"/>
                </a:cubicBezTo>
                <a:cubicBezTo>
                  <a:pt x="57774" y="72655"/>
                  <a:pt x="62376" y="73330"/>
                  <a:pt x="64831" y="76582"/>
                </a:cubicBezTo>
                <a:lnTo>
                  <a:pt x="73115" y="87627"/>
                </a:lnTo>
                <a:lnTo>
                  <a:pt x="91953" y="57467"/>
                </a:lnTo>
                <a:cubicBezTo>
                  <a:pt x="94101" y="54031"/>
                  <a:pt x="98642" y="52957"/>
                  <a:pt x="102109" y="55135"/>
                </a:cubicBezTo>
                <a:cubicBezTo>
                  <a:pt x="105576" y="57314"/>
                  <a:pt x="106619" y="61824"/>
                  <a:pt x="104441" y="65291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7883237" y="3106909"/>
            <a:ext cx="1928727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 Assistant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83237" y="3316364"/>
            <a:ext cx="1920000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 for travel queries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03964" y="3665455"/>
            <a:ext cx="157091" cy="157091"/>
          </a:xfrm>
          <a:custGeom>
            <a:avLst/>
            <a:gdLst/>
            <a:ahLst/>
            <a:cxnLst/>
            <a:rect l="l" t="t" r="r" b="b"/>
            <a:pathLst>
              <a:path w="157091" h="157091">
                <a:moveTo>
                  <a:pt x="78545" y="157091"/>
                </a:moveTo>
                <a:cubicBezTo>
                  <a:pt x="121896" y="157091"/>
                  <a:pt x="157091" y="121896"/>
                  <a:pt x="157091" y="78545"/>
                </a:cubicBezTo>
                <a:cubicBezTo>
                  <a:pt x="157091" y="35195"/>
                  <a:pt x="121896" y="0"/>
                  <a:pt x="78545" y="0"/>
                </a:cubicBezTo>
                <a:cubicBezTo>
                  <a:pt x="35195" y="0"/>
                  <a:pt x="0" y="35195"/>
                  <a:pt x="0" y="78545"/>
                </a:cubicBezTo>
                <a:cubicBezTo>
                  <a:pt x="0" y="121896"/>
                  <a:pt x="35195" y="157091"/>
                  <a:pt x="78545" y="157091"/>
                </a:cubicBezTo>
                <a:close/>
                <a:moveTo>
                  <a:pt x="104441" y="65260"/>
                </a:moveTo>
                <a:lnTo>
                  <a:pt x="79895" y="104533"/>
                </a:lnTo>
                <a:cubicBezTo>
                  <a:pt x="78607" y="106589"/>
                  <a:pt x="76398" y="107877"/>
                  <a:pt x="73974" y="108000"/>
                </a:cubicBezTo>
                <a:cubicBezTo>
                  <a:pt x="71550" y="108123"/>
                  <a:pt x="69218" y="107018"/>
                  <a:pt x="67776" y="105055"/>
                </a:cubicBezTo>
                <a:lnTo>
                  <a:pt x="53049" y="85418"/>
                </a:lnTo>
                <a:cubicBezTo>
                  <a:pt x="50594" y="82166"/>
                  <a:pt x="51269" y="77564"/>
                  <a:pt x="54522" y="75109"/>
                </a:cubicBezTo>
                <a:cubicBezTo>
                  <a:pt x="57774" y="72655"/>
                  <a:pt x="62376" y="73330"/>
                  <a:pt x="64831" y="76582"/>
                </a:cubicBezTo>
                <a:lnTo>
                  <a:pt x="73115" y="87627"/>
                </a:lnTo>
                <a:lnTo>
                  <a:pt x="91953" y="57467"/>
                </a:lnTo>
                <a:cubicBezTo>
                  <a:pt x="94101" y="54031"/>
                  <a:pt x="98642" y="52957"/>
                  <a:pt x="102109" y="55135"/>
                </a:cubicBezTo>
                <a:cubicBezTo>
                  <a:pt x="105576" y="57314"/>
                  <a:pt x="106619" y="61824"/>
                  <a:pt x="104441" y="65291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7883237" y="3630545"/>
            <a:ext cx="2120727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83237" y="3840000"/>
            <a:ext cx="2112000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Arabic, French, English, German, Italian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72691" y="4398545"/>
            <a:ext cx="4477091" cy="1361455"/>
          </a:xfrm>
          <a:custGeom>
            <a:avLst/>
            <a:gdLst/>
            <a:ahLst/>
            <a:cxnLst/>
            <a:rect l="l" t="t" r="r" b="b"/>
            <a:pathLst>
              <a:path w="4477091" h="1361455">
                <a:moveTo>
                  <a:pt x="104723" y="0"/>
                </a:moveTo>
                <a:lnTo>
                  <a:pt x="4372368" y="0"/>
                </a:lnTo>
                <a:cubicBezTo>
                  <a:pt x="4430205" y="0"/>
                  <a:pt x="4477091" y="46886"/>
                  <a:pt x="4477091" y="104723"/>
                </a:cubicBezTo>
                <a:lnTo>
                  <a:pt x="4477091" y="1256731"/>
                </a:lnTo>
                <a:cubicBezTo>
                  <a:pt x="4477091" y="1314568"/>
                  <a:pt x="4430205" y="1361455"/>
                  <a:pt x="4372368" y="1361455"/>
                </a:cubicBezTo>
                <a:lnTo>
                  <a:pt x="104723" y="1361455"/>
                </a:lnTo>
                <a:cubicBezTo>
                  <a:pt x="46886" y="1361455"/>
                  <a:pt x="0" y="1314568"/>
                  <a:pt x="0" y="1256731"/>
                </a:cubicBezTo>
                <a:lnTo>
                  <a:pt x="0" y="104723"/>
                </a:lnTo>
                <a:cubicBezTo>
                  <a:pt x="0" y="46925"/>
                  <a:pt x="46925" y="0"/>
                  <a:pt x="104723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38" name="Text 36"/>
          <p:cNvSpPr/>
          <p:nvPr/>
        </p:nvSpPr>
        <p:spPr>
          <a:xfrm>
            <a:off x="7582146" y="4608000"/>
            <a:ext cx="414545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Ask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82146" y="4957091"/>
            <a:ext cx="689455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82691" y="5054836"/>
            <a:ext cx="994909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Funding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82146" y="5376000"/>
            <a:ext cx="4119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platform development &amp; market entry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304" y="414130"/>
            <a:ext cx="530087" cy="33130"/>
          </a:xfrm>
          <a:custGeom>
            <a:avLst/>
            <a:gdLst/>
            <a:ahLst/>
            <a:cxnLst/>
            <a:rect l="l" t="t" r="r" b="b"/>
            <a:pathLst>
              <a:path w="530087" h="33130">
                <a:moveTo>
                  <a:pt x="0" y="0"/>
                </a:moveTo>
                <a:lnTo>
                  <a:pt x="530087" y="0"/>
                </a:lnTo>
                <a:lnTo>
                  <a:pt x="530087" y="33130"/>
                </a:lnTo>
                <a:lnTo>
                  <a:pt x="0" y="33130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993913" y="331304"/>
            <a:ext cx="1374913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spc="104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1304" y="728870"/>
            <a:ext cx="11728174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Opportunity: Tunisia Tourism Boom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04" y="1325217"/>
            <a:ext cx="3735457" cy="1888435"/>
          </a:xfrm>
          <a:custGeom>
            <a:avLst/>
            <a:gdLst/>
            <a:ahLst/>
            <a:cxnLst/>
            <a:rect l="l" t="t" r="r" b="b"/>
            <a:pathLst>
              <a:path w="3735457" h="1888435">
                <a:moveTo>
                  <a:pt x="99388" y="0"/>
                </a:moveTo>
                <a:lnTo>
                  <a:pt x="3636068" y="0"/>
                </a:lnTo>
                <a:cubicBezTo>
                  <a:pt x="3690959" y="0"/>
                  <a:pt x="3735457" y="44498"/>
                  <a:pt x="3735457" y="99388"/>
                </a:cubicBezTo>
                <a:lnTo>
                  <a:pt x="3735457" y="1789046"/>
                </a:lnTo>
                <a:cubicBezTo>
                  <a:pt x="3735457" y="1843937"/>
                  <a:pt x="3690959" y="1888435"/>
                  <a:pt x="3636068" y="1888435"/>
                </a:cubicBezTo>
                <a:lnTo>
                  <a:pt x="99388" y="1888435"/>
                </a:lnTo>
                <a:cubicBezTo>
                  <a:pt x="44498" y="1888435"/>
                  <a:pt x="0" y="1843937"/>
                  <a:pt x="0" y="1789046"/>
                </a:cubicBezTo>
                <a:lnTo>
                  <a:pt x="0" y="99388"/>
                </a:lnTo>
                <a:cubicBezTo>
                  <a:pt x="0" y="44534"/>
                  <a:pt x="44534" y="0"/>
                  <a:pt x="993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4239" dist="82826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2540" y="1524000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265043" y="0"/>
                </a:moveTo>
                <a:lnTo>
                  <a:pt x="265043" y="0"/>
                </a:lnTo>
                <a:cubicBezTo>
                  <a:pt x="411423" y="0"/>
                  <a:pt x="530087" y="118664"/>
                  <a:pt x="530087" y="265043"/>
                </a:cubicBezTo>
                <a:lnTo>
                  <a:pt x="530087" y="265043"/>
                </a:lnTo>
                <a:cubicBezTo>
                  <a:pt x="530087" y="411423"/>
                  <a:pt x="411423" y="530087"/>
                  <a:pt x="265043" y="530087"/>
                </a:cubicBezTo>
                <a:lnTo>
                  <a:pt x="265043" y="530087"/>
                </a:lnTo>
                <a:cubicBezTo>
                  <a:pt x="118664" y="530087"/>
                  <a:pt x="0" y="411423"/>
                  <a:pt x="0" y="265043"/>
                </a:cubicBezTo>
                <a:lnTo>
                  <a:pt x="0" y="265043"/>
                </a:lnTo>
                <a:cubicBezTo>
                  <a:pt x="0" y="118664"/>
                  <a:pt x="118664" y="0"/>
                  <a:pt x="265043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44355" y="1664804"/>
            <a:ext cx="310598" cy="248478"/>
          </a:xfrm>
          <a:custGeom>
            <a:avLst/>
            <a:gdLst/>
            <a:ahLst/>
            <a:cxnLst/>
            <a:rect l="l" t="t" r="r" b="b"/>
            <a:pathLst>
              <a:path w="310598" h="248478">
                <a:moveTo>
                  <a:pt x="155299" y="7765"/>
                </a:moveTo>
                <a:cubicBezTo>
                  <a:pt x="183155" y="7765"/>
                  <a:pt x="205771" y="30381"/>
                  <a:pt x="205771" y="58237"/>
                </a:cubicBezTo>
                <a:cubicBezTo>
                  <a:pt x="205771" y="86093"/>
                  <a:pt x="183155" y="108709"/>
                  <a:pt x="155299" y="108709"/>
                </a:cubicBezTo>
                <a:cubicBezTo>
                  <a:pt x="127443" y="108709"/>
                  <a:pt x="104827" y="86093"/>
                  <a:pt x="104827" y="58237"/>
                </a:cubicBezTo>
                <a:cubicBezTo>
                  <a:pt x="104827" y="30381"/>
                  <a:pt x="127443" y="7765"/>
                  <a:pt x="155299" y="7765"/>
                </a:cubicBezTo>
                <a:close/>
                <a:moveTo>
                  <a:pt x="46590" y="42707"/>
                </a:moveTo>
                <a:cubicBezTo>
                  <a:pt x="65875" y="42707"/>
                  <a:pt x="81532" y="58364"/>
                  <a:pt x="81532" y="77649"/>
                </a:cubicBezTo>
                <a:cubicBezTo>
                  <a:pt x="81532" y="96935"/>
                  <a:pt x="65875" y="112592"/>
                  <a:pt x="46590" y="112592"/>
                </a:cubicBezTo>
                <a:cubicBezTo>
                  <a:pt x="27305" y="112592"/>
                  <a:pt x="11647" y="96935"/>
                  <a:pt x="11647" y="77649"/>
                </a:cubicBezTo>
                <a:cubicBezTo>
                  <a:pt x="11647" y="58364"/>
                  <a:pt x="27305" y="42707"/>
                  <a:pt x="46590" y="42707"/>
                </a:cubicBezTo>
                <a:close/>
                <a:moveTo>
                  <a:pt x="0" y="201889"/>
                </a:moveTo>
                <a:cubicBezTo>
                  <a:pt x="0" y="167577"/>
                  <a:pt x="27808" y="139769"/>
                  <a:pt x="62120" y="139769"/>
                </a:cubicBezTo>
                <a:cubicBezTo>
                  <a:pt x="68332" y="139769"/>
                  <a:pt x="74349" y="140691"/>
                  <a:pt x="80027" y="142390"/>
                </a:cubicBezTo>
                <a:cubicBezTo>
                  <a:pt x="64061" y="160249"/>
                  <a:pt x="54355" y="183835"/>
                  <a:pt x="54355" y="209654"/>
                </a:cubicBezTo>
                <a:lnTo>
                  <a:pt x="54355" y="217418"/>
                </a:lnTo>
                <a:cubicBezTo>
                  <a:pt x="54355" y="222951"/>
                  <a:pt x="55519" y="228192"/>
                  <a:pt x="57606" y="232948"/>
                </a:cubicBezTo>
                <a:lnTo>
                  <a:pt x="15530" y="232948"/>
                </a:lnTo>
                <a:cubicBezTo>
                  <a:pt x="6940" y="232948"/>
                  <a:pt x="0" y="226008"/>
                  <a:pt x="0" y="217418"/>
                </a:cubicBezTo>
                <a:lnTo>
                  <a:pt x="0" y="201889"/>
                </a:lnTo>
                <a:close/>
                <a:moveTo>
                  <a:pt x="252992" y="232948"/>
                </a:moveTo>
                <a:cubicBezTo>
                  <a:pt x="255078" y="228192"/>
                  <a:pt x="256243" y="222951"/>
                  <a:pt x="256243" y="217418"/>
                </a:cubicBezTo>
                <a:lnTo>
                  <a:pt x="256243" y="209654"/>
                </a:lnTo>
                <a:cubicBezTo>
                  <a:pt x="256243" y="183835"/>
                  <a:pt x="246537" y="160249"/>
                  <a:pt x="230570" y="142390"/>
                </a:cubicBezTo>
                <a:cubicBezTo>
                  <a:pt x="236248" y="140691"/>
                  <a:pt x="242266" y="139769"/>
                  <a:pt x="248478" y="139769"/>
                </a:cubicBezTo>
                <a:cubicBezTo>
                  <a:pt x="282790" y="139769"/>
                  <a:pt x="310598" y="167577"/>
                  <a:pt x="310598" y="201889"/>
                </a:cubicBezTo>
                <a:lnTo>
                  <a:pt x="310598" y="217418"/>
                </a:lnTo>
                <a:cubicBezTo>
                  <a:pt x="310598" y="226008"/>
                  <a:pt x="303658" y="232948"/>
                  <a:pt x="295068" y="232948"/>
                </a:cubicBezTo>
                <a:lnTo>
                  <a:pt x="252992" y="232948"/>
                </a:lnTo>
                <a:close/>
                <a:moveTo>
                  <a:pt x="229066" y="77649"/>
                </a:moveTo>
                <a:cubicBezTo>
                  <a:pt x="229066" y="58364"/>
                  <a:pt x="244723" y="42707"/>
                  <a:pt x="264008" y="42707"/>
                </a:cubicBezTo>
                <a:cubicBezTo>
                  <a:pt x="283293" y="42707"/>
                  <a:pt x="298950" y="58364"/>
                  <a:pt x="298950" y="77649"/>
                </a:cubicBezTo>
                <a:cubicBezTo>
                  <a:pt x="298950" y="96935"/>
                  <a:pt x="283293" y="112592"/>
                  <a:pt x="264008" y="112592"/>
                </a:cubicBezTo>
                <a:cubicBezTo>
                  <a:pt x="244723" y="112592"/>
                  <a:pt x="229066" y="96935"/>
                  <a:pt x="229066" y="77649"/>
                </a:cubicBezTo>
                <a:close/>
                <a:moveTo>
                  <a:pt x="77649" y="209654"/>
                </a:moveTo>
                <a:cubicBezTo>
                  <a:pt x="77649" y="166752"/>
                  <a:pt x="112398" y="132004"/>
                  <a:pt x="155299" y="132004"/>
                </a:cubicBezTo>
                <a:cubicBezTo>
                  <a:pt x="198200" y="132004"/>
                  <a:pt x="232948" y="166752"/>
                  <a:pt x="232948" y="209654"/>
                </a:cubicBezTo>
                <a:lnTo>
                  <a:pt x="232948" y="217418"/>
                </a:lnTo>
                <a:cubicBezTo>
                  <a:pt x="232948" y="226008"/>
                  <a:pt x="226008" y="232948"/>
                  <a:pt x="217418" y="232948"/>
                </a:cubicBezTo>
                <a:lnTo>
                  <a:pt x="93179" y="232948"/>
                </a:lnTo>
                <a:cubicBezTo>
                  <a:pt x="84589" y="232948"/>
                  <a:pt x="77649" y="226008"/>
                  <a:pt x="77649" y="217418"/>
                </a:cubicBezTo>
                <a:lnTo>
                  <a:pt x="77649" y="209654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8" name="Text 6"/>
          <p:cNvSpPr/>
          <p:nvPr/>
        </p:nvSpPr>
        <p:spPr>
          <a:xfrm>
            <a:off x="430696" y="2153478"/>
            <a:ext cx="3536674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3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11M+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6957" y="2617304"/>
            <a:ext cx="34041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3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Visitors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1098" y="2849217"/>
            <a:ext cx="339587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3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 Record 2025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29618" y="1325217"/>
            <a:ext cx="3735457" cy="1888435"/>
          </a:xfrm>
          <a:custGeom>
            <a:avLst/>
            <a:gdLst/>
            <a:ahLst/>
            <a:cxnLst/>
            <a:rect l="l" t="t" r="r" b="b"/>
            <a:pathLst>
              <a:path w="3735457" h="1888435">
                <a:moveTo>
                  <a:pt x="99388" y="0"/>
                </a:moveTo>
                <a:lnTo>
                  <a:pt x="3636068" y="0"/>
                </a:lnTo>
                <a:cubicBezTo>
                  <a:pt x="3690959" y="0"/>
                  <a:pt x="3735457" y="44498"/>
                  <a:pt x="3735457" y="99388"/>
                </a:cubicBezTo>
                <a:lnTo>
                  <a:pt x="3735457" y="1789046"/>
                </a:lnTo>
                <a:cubicBezTo>
                  <a:pt x="3735457" y="1843937"/>
                  <a:pt x="3690959" y="1888435"/>
                  <a:pt x="3636068" y="1888435"/>
                </a:cubicBezTo>
                <a:lnTo>
                  <a:pt x="99388" y="1888435"/>
                </a:lnTo>
                <a:cubicBezTo>
                  <a:pt x="44498" y="1888435"/>
                  <a:pt x="0" y="1843937"/>
                  <a:pt x="0" y="1789046"/>
                </a:cubicBezTo>
                <a:lnTo>
                  <a:pt x="0" y="99388"/>
                </a:lnTo>
                <a:cubicBezTo>
                  <a:pt x="0" y="44534"/>
                  <a:pt x="44534" y="0"/>
                  <a:pt x="993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4239" dist="82826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30853" y="1524000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265043" y="0"/>
                </a:moveTo>
                <a:lnTo>
                  <a:pt x="265043" y="0"/>
                </a:lnTo>
                <a:cubicBezTo>
                  <a:pt x="411423" y="0"/>
                  <a:pt x="530087" y="118664"/>
                  <a:pt x="530087" y="265043"/>
                </a:cubicBezTo>
                <a:lnTo>
                  <a:pt x="530087" y="265043"/>
                </a:lnTo>
                <a:cubicBezTo>
                  <a:pt x="530087" y="411423"/>
                  <a:pt x="411423" y="530087"/>
                  <a:pt x="265043" y="530087"/>
                </a:cubicBezTo>
                <a:lnTo>
                  <a:pt x="265043" y="530087"/>
                </a:lnTo>
                <a:cubicBezTo>
                  <a:pt x="118664" y="530087"/>
                  <a:pt x="0" y="411423"/>
                  <a:pt x="0" y="265043"/>
                </a:cubicBezTo>
                <a:lnTo>
                  <a:pt x="0" y="265043"/>
                </a:lnTo>
                <a:cubicBezTo>
                  <a:pt x="0" y="118664"/>
                  <a:pt x="118664" y="0"/>
                  <a:pt x="265043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20318" y="1664804"/>
            <a:ext cx="155299" cy="248478"/>
          </a:xfrm>
          <a:custGeom>
            <a:avLst/>
            <a:gdLst/>
            <a:ahLst/>
            <a:cxnLst/>
            <a:rect l="l" t="t" r="r" b="b"/>
            <a:pathLst>
              <a:path w="155299" h="248478">
                <a:moveTo>
                  <a:pt x="66002" y="11647"/>
                </a:moveTo>
                <a:cubicBezTo>
                  <a:pt x="66002" y="5193"/>
                  <a:pt x="71195" y="0"/>
                  <a:pt x="77649" y="0"/>
                </a:cubicBezTo>
                <a:cubicBezTo>
                  <a:pt x="84104" y="0"/>
                  <a:pt x="89297" y="5193"/>
                  <a:pt x="89297" y="11647"/>
                </a:cubicBezTo>
                <a:lnTo>
                  <a:pt x="89297" y="31060"/>
                </a:lnTo>
                <a:lnTo>
                  <a:pt x="116474" y="31060"/>
                </a:lnTo>
                <a:cubicBezTo>
                  <a:pt x="125064" y="31060"/>
                  <a:pt x="132004" y="38000"/>
                  <a:pt x="132004" y="46590"/>
                </a:cubicBezTo>
                <a:cubicBezTo>
                  <a:pt x="132004" y="55180"/>
                  <a:pt x="125064" y="62120"/>
                  <a:pt x="116474" y="62120"/>
                </a:cubicBezTo>
                <a:lnTo>
                  <a:pt x="60712" y="62120"/>
                </a:lnTo>
                <a:cubicBezTo>
                  <a:pt x="48628" y="62120"/>
                  <a:pt x="38825" y="71923"/>
                  <a:pt x="38825" y="84007"/>
                </a:cubicBezTo>
                <a:cubicBezTo>
                  <a:pt x="38825" y="94926"/>
                  <a:pt x="46832" y="104147"/>
                  <a:pt x="57606" y="105700"/>
                </a:cubicBezTo>
                <a:lnTo>
                  <a:pt x="102061" y="112058"/>
                </a:lnTo>
                <a:cubicBezTo>
                  <a:pt x="128170" y="115795"/>
                  <a:pt x="147534" y="138119"/>
                  <a:pt x="147534" y="164471"/>
                </a:cubicBezTo>
                <a:cubicBezTo>
                  <a:pt x="147534" y="193735"/>
                  <a:pt x="123802" y="217418"/>
                  <a:pt x="94587" y="217418"/>
                </a:cubicBezTo>
                <a:lnTo>
                  <a:pt x="89297" y="217418"/>
                </a:lnTo>
                <a:lnTo>
                  <a:pt x="89297" y="236831"/>
                </a:lnTo>
                <a:cubicBezTo>
                  <a:pt x="89297" y="243285"/>
                  <a:pt x="84104" y="248478"/>
                  <a:pt x="77649" y="248478"/>
                </a:cubicBezTo>
                <a:cubicBezTo>
                  <a:pt x="71195" y="248478"/>
                  <a:pt x="66002" y="243285"/>
                  <a:pt x="66002" y="236831"/>
                </a:cubicBezTo>
                <a:lnTo>
                  <a:pt x="66002" y="217418"/>
                </a:lnTo>
                <a:lnTo>
                  <a:pt x="31060" y="217418"/>
                </a:lnTo>
                <a:cubicBezTo>
                  <a:pt x="22470" y="217418"/>
                  <a:pt x="15530" y="210479"/>
                  <a:pt x="15530" y="201889"/>
                </a:cubicBezTo>
                <a:cubicBezTo>
                  <a:pt x="15530" y="193299"/>
                  <a:pt x="22470" y="186359"/>
                  <a:pt x="31060" y="186359"/>
                </a:cubicBezTo>
                <a:lnTo>
                  <a:pt x="94587" y="186359"/>
                </a:lnTo>
                <a:cubicBezTo>
                  <a:pt x="106671" y="186359"/>
                  <a:pt x="116474" y="176555"/>
                  <a:pt x="116474" y="164471"/>
                </a:cubicBezTo>
                <a:cubicBezTo>
                  <a:pt x="116474" y="153552"/>
                  <a:pt x="108467" y="144331"/>
                  <a:pt x="97693" y="142778"/>
                </a:cubicBezTo>
                <a:lnTo>
                  <a:pt x="53238" y="136420"/>
                </a:lnTo>
                <a:cubicBezTo>
                  <a:pt x="27129" y="132732"/>
                  <a:pt x="7765" y="110359"/>
                  <a:pt x="7765" y="84007"/>
                </a:cubicBezTo>
                <a:cubicBezTo>
                  <a:pt x="7765" y="54791"/>
                  <a:pt x="31497" y="31060"/>
                  <a:pt x="60712" y="31060"/>
                </a:cubicBezTo>
                <a:lnTo>
                  <a:pt x="66002" y="31060"/>
                </a:lnTo>
                <a:lnTo>
                  <a:pt x="66002" y="11647"/>
                </a:ln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4" name="Text 12"/>
          <p:cNvSpPr/>
          <p:nvPr/>
        </p:nvSpPr>
        <p:spPr>
          <a:xfrm>
            <a:off x="4329009" y="2153478"/>
            <a:ext cx="3536674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3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$2.68B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5270" y="2617304"/>
            <a:ext cx="34041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3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Tourism Revenue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99411" y="2849217"/>
            <a:ext cx="339587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3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+6.3% YoY Growth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7931" y="1325217"/>
            <a:ext cx="3735457" cy="1888435"/>
          </a:xfrm>
          <a:custGeom>
            <a:avLst/>
            <a:gdLst/>
            <a:ahLst/>
            <a:cxnLst/>
            <a:rect l="l" t="t" r="r" b="b"/>
            <a:pathLst>
              <a:path w="3735457" h="1888435">
                <a:moveTo>
                  <a:pt x="99388" y="0"/>
                </a:moveTo>
                <a:lnTo>
                  <a:pt x="3636068" y="0"/>
                </a:lnTo>
                <a:cubicBezTo>
                  <a:pt x="3690959" y="0"/>
                  <a:pt x="3735457" y="44498"/>
                  <a:pt x="3735457" y="99388"/>
                </a:cubicBezTo>
                <a:lnTo>
                  <a:pt x="3735457" y="1789046"/>
                </a:lnTo>
                <a:cubicBezTo>
                  <a:pt x="3735457" y="1843937"/>
                  <a:pt x="3690959" y="1888435"/>
                  <a:pt x="3636068" y="1888435"/>
                </a:cubicBezTo>
                <a:lnTo>
                  <a:pt x="99388" y="1888435"/>
                </a:lnTo>
                <a:cubicBezTo>
                  <a:pt x="44498" y="1888435"/>
                  <a:pt x="0" y="1843937"/>
                  <a:pt x="0" y="1789046"/>
                </a:cubicBezTo>
                <a:lnTo>
                  <a:pt x="0" y="99388"/>
                </a:lnTo>
                <a:cubicBezTo>
                  <a:pt x="0" y="44534"/>
                  <a:pt x="44534" y="0"/>
                  <a:pt x="993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4239" dist="82826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729167" y="1524000"/>
            <a:ext cx="530087" cy="530087"/>
          </a:xfrm>
          <a:custGeom>
            <a:avLst/>
            <a:gdLst/>
            <a:ahLst/>
            <a:cxnLst/>
            <a:rect l="l" t="t" r="r" b="b"/>
            <a:pathLst>
              <a:path w="530087" h="530087">
                <a:moveTo>
                  <a:pt x="265043" y="0"/>
                </a:moveTo>
                <a:lnTo>
                  <a:pt x="265043" y="0"/>
                </a:lnTo>
                <a:cubicBezTo>
                  <a:pt x="411423" y="0"/>
                  <a:pt x="530087" y="118664"/>
                  <a:pt x="530087" y="265043"/>
                </a:cubicBezTo>
                <a:lnTo>
                  <a:pt x="530087" y="265043"/>
                </a:lnTo>
                <a:cubicBezTo>
                  <a:pt x="530087" y="411423"/>
                  <a:pt x="411423" y="530087"/>
                  <a:pt x="265043" y="530087"/>
                </a:cubicBezTo>
                <a:lnTo>
                  <a:pt x="265043" y="530087"/>
                </a:lnTo>
                <a:cubicBezTo>
                  <a:pt x="118664" y="530087"/>
                  <a:pt x="0" y="411423"/>
                  <a:pt x="0" y="265043"/>
                </a:cubicBezTo>
                <a:lnTo>
                  <a:pt x="0" y="265043"/>
                </a:lnTo>
                <a:cubicBezTo>
                  <a:pt x="0" y="118664"/>
                  <a:pt x="118664" y="0"/>
                  <a:pt x="265043" y="0"/>
                </a:cubicBezTo>
                <a:close/>
              </a:path>
            </a:pathLst>
          </a:custGeom>
          <a:solidFill>
            <a:srgbClr val="E67E22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72042" y="1664804"/>
            <a:ext cx="248478" cy="248478"/>
          </a:xfrm>
          <a:custGeom>
            <a:avLst/>
            <a:gdLst/>
            <a:ahLst/>
            <a:cxnLst/>
            <a:rect l="l" t="t" r="r" b="b"/>
            <a:pathLst>
              <a:path w="248478" h="248478">
                <a:moveTo>
                  <a:pt x="115843" y="2475"/>
                </a:moveTo>
                <a:cubicBezTo>
                  <a:pt x="120939" y="-825"/>
                  <a:pt x="127539" y="-825"/>
                  <a:pt x="132635" y="2475"/>
                </a:cubicBezTo>
                <a:lnTo>
                  <a:pt x="241344" y="72360"/>
                </a:lnTo>
                <a:cubicBezTo>
                  <a:pt x="247119" y="76096"/>
                  <a:pt x="249789" y="83182"/>
                  <a:pt x="247847" y="89782"/>
                </a:cubicBezTo>
                <a:cubicBezTo>
                  <a:pt x="245906" y="96382"/>
                  <a:pt x="239840" y="100944"/>
                  <a:pt x="232948" y="100944"/>
                </a:cubicBezTo>
                <a:lnTo>
                  <a:pt x="217418" y="100944"/>
                </a:lnTo>
                <a:lnTo>
                  <a:pt x="217418" y="201889"/>
                </a:lnTo>
                <a:lnTo>
                  <a:pt x="242266" y="220524"/>
                </a:lnTo>
                <a:cubicBezTo>
                  <a:pt x="246197" y="223436"/>
                  <a:pt x="248478" y="228047"/>
                  <a:pt x="248478" y="232948"/>
                </a:cubicBezTo>
                <a:cubicBezTo>
                  <a:pt x="248478" y="241538"/>
                  <a:pt x="241538" y="248478"/>
                  <a:pt x="232948" y="248478"/>
                </a:cubicBezTo>
                <a:lnTo>
                  <a:pt x="15530" y="248478"/>
                </a:lnTo>
                <a:cubicBezTo>
                  <a:pt x="6940" y="248478"/>
                  <a:pt x="0" y="241538"/>
                  <a:pt x="0" y="232948"/>
                </a:cubicBezTo>
                <a:cubicBezTo>
                  <a:pt x="0" y="228047"/>
                  <a:pt x="2281" y="223436"/>
                  <a:pt x="6212" y="220524"/>
                </a:cubicBezTo>
                <a:lnTo>
                  <a:pt x="31060" y="201889"/>
                </a:lnTo>
                <a:lnTo>
                  <a:pt x="31060" y="201889"/>
                </a:lnTo>
                <a:lnTo>
                  <a:pt x="31060" y="100944"/>
                </a:lnTo>
                <a:lnTo>
                  <a:pt x="15530" y="100944"/>
                </a:lnTo>
                <a:cubicBezTo>
                  <a:pt x="8639" y="100944"/>
                  <a:pt x="2572" y="96382"/>
                  <a:pt x="631" y="89782"/>
                </a:cubicBezTo>
                <a:cubicBezTo>
                  <a:pt x="-1310" y="83182"/>
                  <a:pt x="1359" y="76048"/>
                  <a:pt x="7134" y="72360"/>
                </a:cubicBezTo>
                <a:lnTo>
                  <a:pt x="115843" y="2475"/>
                </a:lnTo>
                <a:close/>
                <a:moveTo>
                  <a:pt x="163064" y="100944"/>
                </a:moveTo>
                <a:lnTo>
                  <a:pt x="163064" y="201889"/>
                </a:lnTo>
                <a:lnTo>
                  <a:pt x="194124" y="201889"/>
                </a:lnTo>
                <a:lnTo>
                  <a:pt x="194124" y="100944"/>
                </a:lnTo>
                <a:lnTo>
                  <a:pt x="163064" y="100944"/>
                </a:lnTo>
                <a:close/>
                <a:moveTo>
                  <a:pt x="108709" y="201889"/>
                </a:moveTo>
                <a:lnTo>
                  <a:pt x="139769" y="201889"/>
                </a:lnTo>
                <a:lnTo>
                  <a:pt x="139769" y="100944"/>
                </a:lnTo>
                <a:lnTo>
                  <a:pt x="108709" y="100944"/>
                </a:lnTo>
                <a:lnTo>
                  <a:pt x="108709" y="201889"/>
                </a:lnTo>
                <a:close/>
                <a:moveTo>
                  <a:pt x="54355" y="100944"/>
                </a:moveTo>
                <a:lnTo>
                  <a:pt x="54355" y="201889"/>
                </a:lnTo>
                <a:lnTo>
                  <a:pt x="85414" y="201889"/>
                </a:lnTo>
                <a:lnTo>
                  <a:pt x="85414" y="100944"/>
                </a:lnTo>
                <a:lnTo>
                  <a:pt x="54355" y="100944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7322" y="2153478"/>
            <a:ext cx="3536674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3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93583" y="2617304"/>
            <a:ext cx="34041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3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UNESCO Sites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97725" y="2849217"/>
            <a:ext cx="339587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3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Heritage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1304" y="3379304"/>
            <a:ext cx="5681870" cy="3147391"/>
          </a:xfrm>
          <a:custGeom>
            <a:avLst/>
            <a:gdLst/>
            <a:ahLst/>
            <a:cxnLst/>
            <a:rect l="l" t="t" r="r" b="b"/>
            <a:pathLst>
              <a:path w="5681870" h="3147391">
                <a:moveTo>
                  <a:pt x="99395" y="0"/>
                </a:moveTo>
                <a:lnTo>
                  <a:pt x="5582475" y="0"/>
                </a:lnTo>
                <a:cubicBezTo>
                  <a:pt x="5637369" y="0"/>
                  <a:pt x="5681870" y="44500"/>
                  <a:pt x="5681870" y="99395"/>
                </a:cubicBezTo>
                <a:lnTo>
                  <a:pt x="5681870" y="3047997"/>
                </a:lnTo>
                <a:cubicBezTo>
                  <a:pt x="5681870" y="3102891"/>
                  <a:pt x="5637369" y="3147391"/>
                  <a:pt x="5582475" y="3147391"/>
                </a:cubicBezTo>
                <a:lnTo>
                  <a:pt x="99395" y="3147391"/>
                </a:lnTo>
                <a:cubicBezTo>
                  <a:pt x="44500" y="3147391"/>
                  <a:pt x="0" y="3102891"/>
                  <a:pt x="0" y="3047997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4239" dist="82826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0793" y="3611217"/>
            <a:ext cx="165652" cy="165652"/>
          </a:xfrm>
          <a:custGeom>
            <a:avLst/>
            <a:gdLst/>
            <a:ahLst/>
            <a:cxnLst/>
            <a:rect l="l" t="t" r="r" b="b"/>
            <a:pathLst>
              <a:path w="165652" h="165652">
                <a:moveTo>
                  <a:pt x="20707" y="20707"/>
                </a:moveTo>
                <a:cubicBezTo>
                  <a:pt x="20707" y="14980"/>
                  <a:pt x="16080" y="10353"/>
                  <a:pt x="10353" y="10353"/>
                </a:cubicBezTo>
                <a:cubicBezTo>
                  <a:pt x="4627" y="10353"/>
                  <a:pt x="0" y="14980"/>
                  <a:pt x="0" y="20707"/>
                </a:cubicBezTo>
                <a:lnTo>
                  <a:pt x="0" y="129416"/>
                </a:lnTo>
                <a:cubicBezTo>
                  <a:pt x="0" y="143716"/>
                  <a:pt x="11583" y="155299"/>
                  <a:pt x="25883" y="155299"/>
                </a:cubicBezTo>
                <a:lnTo>
                  <a:pt x="155299" y="155299"/>
                </a:lnTo>
                <a:cubicBezTo>
                  <a:pt x="161026" y="155299"/>
                  <a:pt x="165652" y="150672"/>
                  <a:pt x="165652" y="144946"/>
                </a:cubicBezTo>
                <a:cubicBezTo>
                  <a:pt x="165652" y="139219"/>
                  <a:pt x="161026" y="134592"/>
                  <a:pt x="155299" y="134592"/>
                </a:cubicBezTo>
                <a:lnTo>
                  <a:pt x="25883" y="134592"/>
                </a:lnTo>
                <a:cubicBezTo>
                  <a:pt x="23036" y="134592"/>
                  <a:pt x="20707" y="132263"/>
                  <a:pt x="20707" y="129416"/>
                </a:cubicBezTo>
                <a:lnTo>
                  <a:pt x="20707" y="20707"/>
                </a:lnTo>
                <a:close/>
                <a:moveTo>
                  <a:pt x="152258" y="48725"/>
                </a:moveTo>
                <a:cubicBezTo>
                  <a:pt x="156302" y="44681"/>
                  <a:pt x="156302" y="38113"/>
                  <a:pt x="152258" y="34069"/>
                </a:cubicBezTo>
                <a:cubicBezTo>
                  <a:pt x="148213" y="30024"/>
                  <a:pt x="141646" y="30024"/>
                  <a:pt x="137601" y="34069"/>
                </a:cubicBezTo>
                <a:lnTo>
                  <a:pt x="103533" y="68170"/>
                </a:lnTo>
                <a:lnTo>
                  <a:pt x="84961" y="49631"/>
                </a:lnTo>
                <a:cubicBezTo>
                  <a:pt x="80917" y="45587"/>
                  <a:pt x="74349" y="45587"/>
                  <a:pt x="70305" y="49631"/>
                </a:cubicBezTo>
                <a:lnTo>
                  <a:pt x="39245" y="80691"/>
                </a:lnTo>
                <a:cubicBezTo>
                  <a:pt x="35201" y="84735"/>
                  <a:pt x="35201" y="91303"/>
                  <a:pt x="39245" y="95347"/>
                </a:cubicBezTo>
                <a:cubicBezTo>
                  <a:pt x="43290" y="99391"/>
                  <a:pt x="49857" y="99391"/>
                  <a:pt x="53902" y="95347"/>
                </a:cubicBezTo>
                <a:lnTo>
                  <a:pt x="77649" y="71599"/>
                </a:lnTo>
                <a:lnTo>
                  <a:pt x="96221" y="90170"/>
                </a:lnTo>
                <a:cubicBezTo>
                  <a:pt x="100265" y="94215"/>
                  <a:pt x="106833" y="94215"/>
                  <a:pt x="110877" y="90170"/>
                </a:cubicBezTo>
                <a:lnTo>
                  <a:pt x="152290" y="48757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25" name="Text 23"/>
          <p:cNvSpPr/>
          <p:nvPr/>
        </p:nvSpPr>
        <p:spPr>
          <a:xfrm>
            <a:off x="737152" y="3578087"/>
            <a:ext cx="51600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Source Markets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087" y="3942522"/>
            <a:ext cx="46382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Algeria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29263" y="3942522"/>
            <a:ext cx="34787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3.5M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0087" y="4174435"/>
            <a:ext cx="5284304" cy="66261"/>
          </a:xfrm>
          <a:custGeom>
            <a:avLst/>
            <a:gdLst/>
            <a:ahLst/>
            <a:cxnLst/>
            <a:rect l="l" t="t" r="r" b="b"/>
            <a:pathLst>
              <a:path w="5284304" h="66261">
                <a:moveTo>
                  <a:pt x="33130" y="0"/>
                </a:moveTo>
                <a:lnTo>
                  <a:pt x="5251174" y="0"/>
                </a:lnTo>
                <a:cubicBezTo>
                  <a:pt x="5269471" y="0"/>
                  <a:pt x="5284304" y="14833"/>
                  <a:pt x="5284304" y="33130"/>
                </a:cubicBezTo>
                <a:lnTo>
                  <a:pt x="5284304" y="33130"/>
                </a:lnTo>
                <a:cubicBezTo>
                  <a:pt x="5284304" y="51428"/>
                  <a:pt x="5269471" y="66261"/>
                  <a:pt x="5251174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087" y="4174435"/>
            <a:ext cx="5284304" cy="66261"/>
          </a:xfrm>
          <a:custGeom>
            <a:avLst/>
            <a:gdLst/>
            <a:ahLst/>
            <a:cxnLst/>
            <a:rect l="l" t="t" r="r" b="b"/>
            <a:pathLst>
              <a:path w="5284304" h="66261">
                <a:moveTo>
                  <a:pt x="33130" y="0"/>
                </a:moveTo>
                <a:lnTo>
                  <a:pt x="5251174" y="0"/>
                </a:lnTo>
                <a:cubicBezTo>
                  <a:pt x="5269471" y="0"/>
                  <a:pt x="5284304" y="14833"/>
                  <a:pt x="5284304" y="33130"/>
                </a:cubicBezTo>
                <a:lnTo>
                  <a:pt x="5284304" y="33130"/>
                </a:lnTo>
                <a:cubicBezTo>
                  <a:pt x="5284304" y="51428"/>
                  <a:pt x="5269471" y="66261"/>
                  <a:pt x="5251174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0" name="Text 28"/>
          <p:cNvSpPr/>
          <p:nvPr/>
        </p:nvSpPr>
        <p:spPr>
          <a:xfrm>
            <a:off x="530087" y="4340087"/>
            <a:ext cx="37271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Libya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65280" y="4340087"/>
            <a:ext cx="41413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2.25M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0087" y="4572000"/>
            <a:ext cx="5284304" cy="66261"/>
          </a:xfrm>
          <a:custGeom>
            <a:avLst/>
            <a:gdLst/>
            <a:ahLst/>
            <a:cxnLst/>
            <a:rect l="l" t="t" r="r" b="b"/>
            <a:pathLst>
              <a:path w="5284304" h="66261">
                <a:moveTo>
                  <a:pt x="33130" y="0"/>
                </a:moveTo>
                <a:lnTo>
                  <a:pt x="5251174" y="0"/>
                </a:lnTo>
                <a:cubicBezTo>
                  <a:pt x="5269471" y="0"/>
                  <a:pt x="5284304" y="14833"/>
                  <a:pt x="5284304" y="33130"/>
                </a:cubicBezTo>
                <a:lnTo>
                  <a:pt x="5284304" y="33130"/>
                </a:lnTo>
                <a:cubicBezTo>
                  <a:pt x="5284304" y="51428"/>
                  <a:pt x="5269471" y="66261"/>
                  <a:pt x="5251174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3" name="Shape 31"/>
          <p:cNvSpPr/>
          <p:nvPr/>
        </p:nvSpPr>
        <p:spPr>
          <a:xfrm>
            <a:off x="530087" y="4572000"/>
            <a:ext cx="3379304" cy="66261"/>
          </a:xfrm>
          <a:custGeom>
            <a:avLst/>
            <a:gdLst/>
            <a:ahLst/>
            <a:cxnLst/>
            <a:rect l="l" t="t" r="r" b="b"/>
            <a:pathLst>
              <a:path w="3379304" h="66261">
                <a:moveTo>
                  <a:pt x="33130" y="0"/>
                </a:moveTo>
                <a:lnTo>
                  <a:pt x="3346174" y="0"/>
                </a:lnTo>
                <a:cubicBezTo>
                  <a:pt x="3364471" y="0"/>
                  <a:pt x="3379304" y="14833"/>
                  <a:pt x="3379304" y="33130"/>
                </a:cubicBezTo>
                <a:lnTo>
                  <a:pt x="3379304" y="33130"/>
                </a:lnTo>
                <a:cubicBezTo>
                  <a:pt x="3379304" y="51428"/>
                  <a:pt x="3364471" y="66261"/>
                  <a:pt x="3346174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087" y="4737652"/>
            <a:ext cx="44726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60645" y="4737652"/>
            <a:ext cx="22363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0087" y="4969565"/>
            <a:ext cx="5284304" cy="66261"/>
          </a:xfrm>
          <a:custGeom>
            <a:avLst/>
            <a:gdLst/>
            <a:ahLst/>
            <a:cxnLst/>
            <a:rect l="l" t="t" r="r" b="b"/>
            <a:pathLst>
              <a:path w="5284304" h="66261">
                <a:moveTo>
                  <a:pt x="33130" y="0"/>
                </a:moveTo>
                <a:lnTo>
                  <a:pt x="5251174" y="0"/>
                </a:lnTo>
                <a:cubicBezTo>
                  <a:pt x="5269471" y="0"/>
                  <a:pt x="5284304" y="14833"/>
                  <a:pt x="5284304" y="33130"/>
                </a:cubicBezTo>
                <a:lnTo>
                  <a:pt x="5284304" y="33130"/>
                </a:lnTo>
                <a:cubicBezTo>
                  <a:pt x="5284304" y="51428"/>
                  <a:pt x="5269471" y="66261"/>
                  <a:pt x="5251174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530087" y="4969565"/>
            <a:ext cx="1532283" cy="66261"/>
          </a:xfrm>
          <a:custGeom>
            <a:avLst/>
            <a:gdLst/>
            <a:ahLst/>
            <a:cxnLst/>
            <a:rect l="l" t="t" r="r" b="b"/>
            <a:pathLst>
              <a:path w="1532283" h="66261">
                <a:moveTo>
                  <a:pt x="33130" y="0"/>
                </a:moveTo>
                <a:lnTo>
                  <a:pt x="1499152" y="0"/>
                </a:lnTo>
                <a:cubicBezTo>
                  <a:pt x="1517450" y="0"/>
                  <a:pt x="1532283" y="14833"/>
                  <a:pt x="1532283" y="33130"/>
                </a:cubicBezTo>
                <a:lnTo>
                  <a:pt x="1532283" y="33130"/>
                </a:lnTo>
                <a:cubicBezTo>
                  <a:pt x="1532283" y="51428"/>
                  <a:pt x="1517450" y="66261"/>
                  <a:pt x="1499152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8" name="Text 36"/>
          <p:cNvSpPr/>
          <p:nvPr/>
        </p:nvSpPr>
        <p:spPr>
          <a:xfrm>
            <a:off x="530087" y="5135217"/>
            <a:ext cx="869674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Europe (Total)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32783" y="5135217"/>
            <a:ext cx="34787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2.5M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0087" y="5367130"/>
            <a:ext cx="5284304" cy="66261"/>
          </a:xfrm>
          <a:custGeom>
            <a:avLst/>
            <a:gdLst/>
            <a:ahLst/>
            <a:cxnLst/>
            <a:rect l="l" t="t" r="r" b="b"/>
            <a:pathLst>
              <a:path w="5284304" h="66261">
                <a:moveTo>
                  <a:pt x="33130" y="0"/>
                </a:moveTo>
                <a:lnTo>
                  <a:pt x="5251174" y="0"/>
                </a:lnTo>
                <a:cubicBezTo>
                  <a:pt x="5269471" y="0"/>
                  <a:pt x="5284304" y="14833"/>
                  <a:pt x="5284304" y="33130"/>
                </a:cubicBezTo>
                <a:lnTo>
                  <a:pt x="5284304" y="33130"/>
                </a:lnTo>
                <a:cubicBezTo>
                  <a:pt x="5284304" y="51428"/>
                  <a:pt x="5269471" y="66261"/>
                  <a:pt x="5251174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1" name="Shape 39"/>
          <p:cNvSpPr/>
          <p:nvPr/>
        </p:nvSpPr>
        <p:spPr>
          <a:xfrm>
            <a:off x="530087" y="5367130"/>
            <a:ext cx="3752022" cy="66261"/>
          </a:xfrm>
          <a:custGeom>
            <a:avLst/>
            <a:gdLst/>
            <a:ahLst/>
            <a:cxnLst/>
            <a:rect l="l" t="t" r="r" b="b"/>
            <a:pathLst>
              <a:path w="3752022" h="66261">
                <a:moveTo>
                  <a:pt x="33130" y="0"/>
                </a:moveTo>
                <a:lnTo>
                  <a:pt x="3718891" y="0"/>
                </a:lnTo>
                <a:cubicBezTo>
                  <a:pt x="3737189" y="0"/>
                  <a:pt x="3752022" y="14833"/>
                  <a:pt x="3752022" y="33130"/>
                </a:cubicBezTo>
                <a:lnTo>
                  <a:pt x="3752022" y="33130"/>
                </a:lnTo>
                <a:cubicBezTo>
                  <a:pt x="3752022" y="51428"/>
                  <a:pt x="3737189" y="66261"/>
                  <a:pt x="3718891" y="66261"/>
                </a:cubicBezTo>
                <a:lnTo>
                  <a:pt x="33130" y="66261"/>
                </a:lnTo>
                <a:cubicBezTo>
                  <a:pt x="14833" y="66261"/>
                  <a:pt x="0" y="51428"/>
                  <a:pt x="0" y="33130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8826" y="3379304"/>
            <a:ext cx="5681870" cy="3147391"/>
          </a:xfrm>
          <a:custGeom>
            <a:avLst/>
            <a:gdLst/>
            <a:ahLst/>
            <a:cxnLst/>
            <a:rect l="l" t="t" r="r" b="b"/>
            <a:pathLst>
              <a:path w="5681870" h="3147391">
                <a:moveTo>
                  <a:pt x="99395" y="0"/>
                </a:moveTo>
                <a:lnTo>
                  <a:pt x="5582475" y="0"/>
                </a:lnTo>
                <a:cubicBezTo>
                  <a:pt x="5637369" y="0"/>
                  <a:pt x="5681870" y="44500"/>
                  <a:pt x="5681870" y="99395"/>
                </a:cubicBezTo>
                <a:lnTo>
                  <a:pt x="5681870" y="3047997"/>
                </a:lnTo>
                <a:cubicBezTo>
                  <a:pt x="5681870" y="3102891"/>
                  <a:pt x="5637369" y="3147391"/>
                  <a:pt x="5582475" y="3147391"/>
                </a:cubicBezTo>
                <a:lnTo>
                  <a:pt x="99395" y="3147391"/>
                </a:lnTo>
                <a:cubicBezTo>
                  <a:pt x="44500" y="3147391"/>
                  <a:pt x="0" y="3102891"/>
                  <a:pt x="0" y="3047997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4239" dist="82826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77609" y="3611217"/>
            <a:ext cx="207065" cy="165652"/>
          </a:xfrm>
          <a:custGeom>
            <a:avLst/>
            <a:gdLst/>
            <a:ahLst/>
            <a:cxnLst/>
            <a:rect l="l" t="t" r="r" b="b"/>
            <a:pathLst>
              <a:path w="207065" h="165652">
                <a:moveTo>
                  <a:pt x="186359" y="15530"/>
                </a:moveTo>
                <a:cubicBezTo>
                  <a:pt x="186359" y="11939"/>
                  <a:pt x="184515" y="8606"/>
                  <a:pt x="181441" y="6730"/>
                </a:cubicBezTo>
                <a:cubicBezTo>
                  <a:pt x="178367" y="4853"/>
                  <a:pt x="174582" y="4659"/>
                  <a:pt x="171379" y="6277"/>
                </a:cubicBezTo>
                <a:lnTo>
                  <a:pt x="133784" y="25074"/>
                </a:lnTo>
                <a:lnTo>
                  <a:pt x="75741" y="5694"/>
                </a:lnTo>
                <a:cubicBezTo>
                  <a:pt x="73120" y="4821"/>
                  <a:pt x="70305" y="5015"/>
                  <a:pt x="67846" y="6244"/>
                </a:cubicBezTo>
                <a:lnTo>
                  <a:pt x="26433" y="26951"/>
                </a:lnTo>
                <a:cubicBezTo>
                  <a:pt x="22907" y="28730"/>
                  <a:pt x="20707" y="32322"/>
                  <a:pt x="20707" y="36236"/>
                </a:cubicBezTo>
                <a:lnTo>
                  <a:pt x="20707" y="150122"/>
                </a:lnTo>
                <a:cubicBezTo>
                  <a:pt x="20707" y="153714"/>
                  <a:pt x="22551" y="157046"/>
                  <a:pt x="25624" y="158923"/>
                </a:cubicBezTo>
                <a:cubicBezTo>
                  <a:pt x="28698" y="160799"/>
                  <a:pt x="32483" y="160993"/>
                  <a:pt x="35686" y="159376"/>
                </a:cubicBezTo>
                <a:lnTo>
                  <a:pt x="73249" y="140578"/>
                </a:lnTo>
                <a:lnTo>
                  <a:pt x="129319" y="159278"/>
                </a:lnTo>
                <a:cubicBezTo>
                  <a:pt x="127927" y="157208"/>
                  <a:pt x="126569" y="155040"/>
                  <a:pt x="125242" y="152840"/>
                </a:cubicBezTo>
                <a:cubicBezTo>
                  <a:pt x="121683" y="146919"/>
                  <a:pt x="118157" y="140125"/>
                  <a:pt x="115536" y="132845"/>
                </a:cubicBezTo>
                <a:lnTo>
                  <a:pt x="82794" y="121942"/>
                </a:lnTo>
                <a:lnTo>
                  <a:pt x="82794" y="29895"/>
                </a:lnTo>
                <a:lnTo>
                  <a:pt x="124207" y="43710"/>
                </a:lnTo>
                <a:lnTo>
                  <a:pt x="124207" y="75838"/>
                </a:lnTo>
                <a:cubicBezTo>
                  <a:pt x="134236" y="64255"/>
                  <a:pt x="149119" y="56943"/>
                  <a:pt x="165620" y="56943"/>
                </a:cubicBezTo>
                <a:cubicBezTo>
                  <a:pt x="172932" y="56943"/>
                  <a:pt x="179920" y="58367"/>
                  <a:pt x="186326" y="60987"/>
                </a:cubicBezTo>
                <a:lnTo>
                  <a:pt x="186359" y="15530"/>
                </a:lnTo>
                <a:close/>
                <a:moveTo>
                  <a:pt x="165652" y="72473"/>
                </a:moveTo>
                <a:cubicBezTo>
                  <a:pt x="144202" y="72473"/>
                  <a:pt x="126827" y="89556"/>
                  <a:pt x="126827" y="110618"/>
                </a:cubicBezTo>
                <a:cubicBezTo>
                  <a:pt x="126827" y="132910"/>
                  <a:pt x="147566" y="159278"/>
                  <a:pt x="158728" y="171864"/>
                </a:cubicBezTo>
                <a:cubicBezTo>
                  <a:pt x="162481" y="176070"/>
                  <a:pt x="168855" y="176070"/>
                  <a:pt x="172608" y="171864"/>
                </a:cubicBezTo>
                <a:cubicBezTo>
                  <a:pt x="183770" y="159278"/>
                  <a:pt x="204509" y="132910"/>
                  <a:pt x="204509" y="110618"/>
                </a:cubicBezTo>
                <a:cubicBezTo>
                  <a:pt x="204509" y="89556"/>
                  <a:pt x="187135" y="72473"/>
                  <a:pt x="165685" y="72473"/>
                </a:cubicBezTo>
                <a:close/>
                <a:moveTo>
                  <a:pt x="152711" y="111298"/>
                </a:moveTo>
                <a:cubicBezTo>
                  <a:pt x="152711" y="104155"/>
                  <a:pt x="158510" y="98356"/>
                  <a:pt x="165652" y="98356"/>
                </a:cubicBezTo>
                <a:cubicBezTo>
                  <a:pt x="172795" y="98356"/>
                  <a:pt x="178594" y="104155"/>
                  <a:pt x="178594" y="111298"/>
                </a:cubicBezTo>
                <a:cubicBezTo>
                  <a:pt x="178594" y="118440"/>
                  <a:pt x="172795" y="124239"/>
                  <a:pt x="165652" y="124239"/>
                </a:cubicBezTo>
                <a:cubicBezTo>
                  <a:pt x="158510" y="124239"/>
                  <a:pt x="152711" y="118440"/>
                  <a:pt x="152711" y="111298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44" name="Text 42"/>
          <p:cNvSpPr/>
          <p:nvPr/>
        </p:nvSpPr>
        <p:spPr>
          <a:xfrm>
            <a:off x="6584674" y="3578087"/>
            <a:ext cx="51600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Tourism Infrastructure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7609" y="3942522"/>
            <a:ext cx="2575891" cy="762000"/>
          </a:xfrm>
          <a:custGeom>
            <a:avLst/>
            <a:gdLst/>
            <a:ahLst/>
            <a:cxnLst/>
            <a:rect l="l" t="t" r="r" b="b"/>
            <a:pathLst>
              <a:path w="2575891" h="762000">
                <a:moveTo>
                  <a:pt x="66264" y="0"/>
                </a:moveTo>
                <a:lnTo>
                  <a:pt x="2509628" y="0"/>
                </a:lnTo>
                <a:cubicBezTo>
                  <a:pt x="2546224" y="0"/>
                  <a:pt x="2575891" y="29667"/>
                  <a:pt x="2575891" y="66264"/>
                </a:cubicBezTo>
                <a:lnTo>
                  <a:pt x="2575891" y="695736"/>
                </a:lnTo>
                <a:cubicBezTo>
                  <a:pt x="2575891" y="732333"/>
                  <a:pt x="2546224" y="762000"/>
                  <a:pt x="2509628" y="762000"/>
                </a:cubicBezTo>
                <a:lnTo>
                  <a:pt x="66264" y="762000"/>
                </a:lnTo>
                <a:cubicBezTo>
                  <a:pt x="29667" y="762000"/>
                  <a:pt x="0" y="732333"/>
                  <a:pt x="0" y="695736"/>
                </a:cubicBezTo>
                <a:lnTo>
                  <a:pt x="0" y="66264"/>
                </a:lnTo>
                <a:cubicBezTo>
                  <a:pt x="0" y="29692"/>
                  <a:pt x="29692" y="0"/>
                  <a:pt x="66264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6" name="Text 44"/>
          <p:cNvSpPr/>
          <p:nvPr/>
        </p:nvSpPr>
        <p:spPr>
          <a:xfrm>
            <a:off x="6448011" y="4075043"/>
            <a:ext cx="243508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7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81141" y="4406348"/>
            <a:ext cx="236882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3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Governorates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86022" y="3942522"/>
            <a:ext cx="2575891" cy="762000"/>
          </a:xfrm>
          <a:custGeom>
            <a:avLst/>
            <a:gdLst/>
            <a:ahLst/>
            <a:cxnLst/>
            <a:rect l="l" t="t" r="r" b="b"/>
            <a:pathLst>
              <a:path w="2575891" h="762000">
                <a:moveTo>
                  <a:pt x="66264" y="0"/>
                </a:moveTo>
                <a:lnTo>
                  <a:pt x="2509628" y="0"/>
                </a:lnTo>
                <a:cubicBezTo>
                  <a:pt x="2546224" y="0"/>
                  <a:pt x="2575891" y="29667"/>
                  <a:pt x="2575891" y="66264"/>
                </a:cubicBezTo>
                <a:lnTo>
                  <a:pt x="2575891" y="695736"/>
                </a:lnTo>
                <a:cubicBezTo>
                  <a:pt x="2575891" y="732333"/>
                  <a:pt x="2546224" y="762000"/>
                  <a:pt x="2509628" y="762000"/>
                </a:cubicBezTo>
                <a:lnTo>
                  <a:pt x="66264" y="762000"/>
                </a:lnTo>
                <a:cubicBezTo>
                  <a:pt x="29667" y="762000"/>
                  <a:pt x="0" y="732333"/>
                  <a:pt x="0" y="695736"/>
                </a:cubicBezTo>
                <a:lnTo>
                  <a:pt x="0" y="66264"/>
                </a:lnTo>
                <a:cubicBezTo>
                  <a:pt x="0" y="29692"/>
                  <a:pt x="29692" y="0"/>
                  <a:pt x="66264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9" name="Text 47"/>
          <p:cNvSpPr/>
          <p:nvPr/>
        </p:nvSpPr>
        <p:spPr>
          <a:xfrm>
            <a:off x="9156424" y="4075043"/>
            <a:ext cx="243508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7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1,200+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89554" y="4406348"/>
            <a:ext cx="236882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3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Hotels &amp; Resorts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7609" y="4837043"/>
            <a:ext cx="2575891" cy="762000"/>
          </a:xfrm>
          <a:custGeom>
            <a:avLst/>
            <a:gdLst/>
            <a:ahLst/>
            <a:cxnLst/>
            <a:rect l="l" t="t" r="r" b="b"/>
            <a:pathLst>
              <a:path w="2575891" h="762000">
                <a:moveTo>
                  <a:pt x="66264" y="0"/>
                </a:moveTo>
                <a:lnTo>
                  <a:pt x="2509628" y="0"/>
                </a:lnTo>
                <a:cubicBezTo>
                  <a:pt x="2546224" y="0"/>
                  <a:pt x="2575891" y="29667"/>
                  <a:pt x="2575891" y="66264"/>
                </a:cubicBezTo>
                <a:lnTo>
                  <a:pt x="2575891" y="695736"/>
                </a:lnTo>
                <a:cubicBezTo>
                  <a:pt x="2575891" y="732333"/>
                  <a:pt x="2546224" y="762000"/>
                  <a:pt x="2509628" y="762000"/>
                </a:cubicBezTo>
                <a:lnTo>
                  <a:pt x="66264" y="762000"/>
                </a:lnTo>
                <a:cubicBezTo>
                  <a:pt x="29667" y="762000"/>
                  <a:pt x="0" y="732333"/>
                  <a:pt x="0" y="695736"/>
                </a:cubicBezTo>
                <a:lnTo>
                  <a:pt x="0" y="66264"/>
                </a:lnTo>
                <a:cubicBezTo>
                  <a:pt x="0" y="29692"/>
                  <a:pt x="29692" y="0"/>
                  <a:pt x="66264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2" name="Text 50"/>
          <p:cNvSpPr/>
          <p:nvPr/>
        </p:nvSpPr>
        <p:spPr>
          <a:xfrm>
            <a:off x="6448011" y="4969565"/>
            <a:ext cx="243508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7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81141" y="5300870"/>
            <a:ext cx="236882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3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Airports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86022" y="4837043"/>
            <a:ext cx="2575891" cy="762000"/>
          </a:xfrm>
          <a:custGeom>
            <a:avLst/>
            <a:gdLst/>
            <a:ahLst/>
            <a:cxnLst/>
            <a:rect l="l" t="t" r="r" b="b"/>
            <a:pathLst>
              <a:path w="2575891" h="762000">
                <a:moveTo>
                  <a:pt x="66264" y="0"/>
                </a:moveTo>
                <a:lnTo>
                  <a:pt x="2509628" y="0"/>
                </a:lnTo>
                <a:cubicBezTo>
                  <a:pt x="2546224" y="0"/>
                  <a:pt x="2575891" y="29667"/>
                  <a:pt x="2575891" y="66264"/>
                </a:cubicBezTo>
                <a:lnTo>
                  <a:pt x="2575891" y="695736"/>
                </a:lnTo>
                <a:cubicBezTo>
                  <a:pt x="2575891" y="732333"/>
                  <a:pt x="2546224" y="762000"/>
                  <a:pt x="2509628" y="762000"/>
                </a:cubicBezTo>
                <a:lnTo>
                  <a:pt x="66264" y="762000"/>
                </a:lnTo>
                <a:cubicBezTo>
                  <a:pt x="29667" y="762000"/>
                  <a:pt x="0" y="732333"/>
                  <a:pt x="0" y="695736"/>
                </a:cubicBezTo>
                <a:lnTo>
                  <a:pt x="0" y="66264"/>
                </a:lnTo>
                <a:cubicBezTo>
                  <a:pt x="0" y="29692"/>
                  <a:pt x="29692" y="0"/>
                  <a:pt x="66264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5" name="Text 53"/>
          <p:cNvSpPr/>
          <p:nvPr/>
        </p:nvSpPr>
        <p:spPr>
          <a:xfrm>
            <a:off x="9156424" y="4969565"/>
            <a:ext cx="243508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7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189554" y="5300870"/>
            <a:ext cx="2368826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3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Seaports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94174" y="5731565"/>
            <a:ext cx="5267739" cy="596348"/>
          </a:xfrm>
          <a:custGeom>
            <a:avLst/>
            <a:gdLst/>
            <a:ahLst/>
            <a:cxnLst/>
            <a:rect l="l" t="t" r="r" b="b"/>
            <a:pathLst>
              <a:path w="5267739" h="596348">
                <a:moveTo>
                  <a:pt x="33130" y="0"/>
                </a:moveTo>
                <a:lnTo>
                  <a:pt x="5201479" y="0"/>
                </a:lnTo>
                <a:cubicBezTo>
                  <a:pt x="5238073" y="0"/>
                  <a:pt x="5267739" y="29666"/>
                  <a:pt x="5267739" y="66260"/>
                </a:cubicBezTo>
                <a:lnTo>
                  <a:pt x="5267739" y="530088"/>
                </a:lnTo>
                <a:cubicBezTo>
                  <a:pt x="5267739" y="566682"/>
                  <a:pt x="5238073" y="596348"/>
                  <a:pt x="5201479" y="596348"/>
                </a:cubicBezTo>
                <a:lnTo>
                  <a:pt x="33130" y="596348"/>
                </a:lnTo>
                <a:cubicBezTo>
                  <a:pt x="14833" y="596348"/>
                  <a:pt x="0" y="581515"/>
                  <a:pt x="0" y="563217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005F6B">
              <a:alpha val="5098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94174" y="5731565"/>
            <a:ext cx="33130" cy="596348"/>
          </a:xfrm>
          <a:custGeom>
            <a:avLst/>
            <a:gdLst/>
            <a:ahLst/>
            <a:cxnLst/>
            <a:rect l="l" t="t" r="r" b="b"/>
            <a:pathLst>
              <a:path w="33130" h="596348">
                <a:moveTo>
                  <a:pt x="33130" y="0"/>
                </a:moveTo>
                <a:lnTo>
                  <a:pt x="33130" y="0"/>
                </a:lnTo>
                <a:lnTo>
                  <a:pt x="33130" y="596348"/>
                </a:lnTo>
                <a:lnTo>
                  <a:pt x="33130" y="596348"/>
                </a:lnTo>
                <a:cubicBezTo>
                  <a:pt x="14833" y="596348"/>
                  <a:pt x="0" y="581515"/>
                  <a:pt x="0" y="563217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59" name="Text 57"/>
          <p:cNvSpPr/>
          <p:nvPr/>
        </p:nvSpPr>
        <p:spPr>
          <a:xfrm>
            <a:off x="6543261" y="5864087"/>
            <a:ext cx="5044109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Gap:</a:t>
            </a:r>
            <a:pPr>
              <a:lnSpc>
                <a:spcPct val="120000"/>
              </a:lnSpc>
            </a:pPr>
            <a:r>
              <a:rPr lang="en-US" sz="913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existing platform combines interactive mapping with AI-generated content specifically for Tunisia tourism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10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43050"/>
            <a:ext cx="3686175" cy="2686050"/>
          </a:xfrm>
          <a:custGeom>
            <a:avLst/>
            <a:gdLst/>
            <a:ahLst/>
            <a:cxnLst/>
            <a:rect l="l" t="t" r="r" b="b"/>
            <a:pathLst>
              <a:path w="3686175" h="26860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571759"/>
                </a:lnTo>
                <a:cubicBezTo>
                  <a:pt x="3686175" y="2634880"/>
                  <a:pt x="3635005" y="2686050"/>
                  <a:pt x="3571884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4765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1: Interactive Map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653" y="28956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852488" y="28575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Clickable Tunisia map with 24 governorates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653" y="32004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852488" y="3162300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info: states, hotels, tourist zones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653" y="35052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852488" y="346710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Zoom, pan, filter by category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653" y="38100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852488" y="37719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availability indicators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4460" y="1543050"/>
            <a:ext cx="3686175" cy="2686050"/>
          </a:xfrm>
          <a:custGeom>
            <a:avLst/>
            <a:gdLst/>
            <a:ahLst/>
            <a:cxnLst/>
            <a:rect l="l" t="t" r="r" b="b"/>
            <a:pathLst>
              <a:path w="3686175" h="26860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571759"/>
                </a:lnTo>
                <a:cubicBezTo>
                  <a:pt x="3686175" y="2634880"/>
                  <a:pt x="3635005" y="2686050"/>
                  <a:pt x="3571884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4460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306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3546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2" name="Text 20"/>
          <p:cNvSpPr/>
          <p:nvPr/>
        </p:nvSpPr>
        <p:spPr>
          <a:xfrm>
            <a:off x="4483060" y="24765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2: AI Content Engine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27113" y="28956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725948" y="28575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 state descriptions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27113" y="32004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725948" y="316230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Hotel descriptions &amp; amenities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27113" y="35052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4725948" y="34671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Tourist attraction content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27113" y="38100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4725948" y="377190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SEO-optimized, multilingual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7921" y="1543050"/>
            <a:ext cx="3686175" cy="2686050"/>
          </a:xfrm>
          <a:custGeom>
            <a:avLst/>
            <a:gdLst/>
            <a:ahLst/>
            <a:cxnLst/>
            <a:rect l="l" t="t" r="r" b="b"/>
            <a:pathLst>
              <a:path w="3686175" h="26860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571759"/>
                </a:lnTo>
                <a:cubicBezTo>
                  <a:pt x="3686175" y="2634880"/>
                  <a:pt x="3635005" y="2686050"/>
                  <a:pt x="3571884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27921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3" name="Shape 31"/>
          <p:cNvSpPr/>
          <p:nvPr/>
        </p:nvSpPr>
        <p:spPr>
          <a:xfrm>
            <a:off x="8356521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67E2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23208" y="1943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7696" y="102111"/>
                </a:moveTo>
                <a:cubicBezTo>
                  <a:pt x="140821" y="97110"/>
                  <a:pt x="139303" y="90502"/>
                  <a:pt x="134302" y="87332"/>
                </a:cubicBezTo>
                <a:cubicBezTo>
                  <a:pt x="129302" y="84162"/>
                  <a:pt x="122694" y="85725"/>
                  <a:pt x="119524" y="90726"/>
                </a:cubicBezTo>
                <a:lnTo>
                  <a:pt x="92110" y="134615"/>
                </a:lnTo>
                <a:lnTo>
                  <a:pt x="80055" y="118542"/>
                </a:lnTo>
                <a:cubicBezTo>
                  <a:pt x="76483" y="113809"/>
                  <a:pt x="69786" y="112827"/>
                  <a:pt x="65053" y="116398"/>
                </a:cubicBezTo>
                <a:cubicBezTo>
                  <a:pt x="60320" y="119970"/>
                  <a:pt x="59338" y="126668"/>
                  <a:pt x="62910" y="131400"/>
                </a:cubicBezTo>
                <a:lnTo>
                  <a:pt x="84341" y="159975"/>
                </a:lnTo>
                <a:cubicBezTo>
                  <a:pt x="86439" y="162788"/>
                  <a:pt x="89833" y="164396"/>
                  <a:pt x="93360" y="164262"/>
                </a:cubicBezTo>
                <a:cubicBezTo>
                  <a:pt x="96887" y="164128"/>
                  <a:pt x="100102" y="162252"/>
                  <a:pt x="101977" y="159216"/>
                </a:cubicBezTo>
                <a:lnTo>
                  <a:pt x="137696" y="102066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8356521" y="24765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3: Booking Engine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00574" y="28956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7" name="Text 35"/>
          <p:cNvSpPr/>
          <p:nvPr/>
        </p:nvSpPr>
        <p:spPr>
          <a:xfrm>
            <a:off x="8599408" y="28575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reservation flow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00574" y="32004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9" name="Text 37"/>
          <p:cNvSpPr/>
          <p:nvPr/>
        </p:nvSpPr>
        <p:spPr>
          <a:xfrm>
            <a:off x="8599408" y="31623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inventory sync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00574" y="35052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1" name="Text 39"/>
          <p:cNvSpPr/>
          <p:nvPr/>
        </p:nvSpPr>
        <p:spPr>
          <a:xfrm>
            <a:off x="8599408" y="34671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payment processing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00574" y="381000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81026" y="60789"/>
                </a:moveTo>
                <a:cubicBezTo>
                  <a:pt x="84281" y="64044"/>
                  <a:pt x="84281" y="69332"/>
                  <a:pt x="81026" y="72587"/>
                </a:cubicBezTo>
                <a:lnTo>
                  <a:pt x="31020" y="122593"/>
                </a:lnTo>
                <a:cubicBezTo>
                  <a:pt x="27764" y="125849"/>
                  <a:pt x="22477" y="125849"/>
                  <a:pt x="19221" y="122593"/>
                </a:cubicBezTo>
                <a:cubicBezTo>
                  <a:pt x="15966" y="119338"/>
                  <a:pt x="15966" y="114051"/>
                  <a:pt x="19221" y="110795"/>
                </a:cubicBezTo>
                <a:lnTo>
                  <a:pt x="63341" y="66675"/>
                </a:lnTo>
                <a:lnTo>
                  <a:pt x="19247" y="22555"/>
                </a:lnTo>
                <a:cubicBezTo>
                  <a:pt x="15992" y="19299"/>
                  <a:pt x="15992" y="14012"/>
                  <a:pt x="19247" y="10757"/>
                </a:cubicBezTo>
                <a:cubicBezTo>
                  <a:pt x="22503" y="7501"/>
                  <a:pt x="27790" y="7501"/>
                  <a:pt x="31046" y="10757"/>
                </a:cubicBezTo>
                <a:lnTo>
                  <a:pt x="81052" y="60763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3" name="Text 41"/>
          <p:cNvSpPr/>
          <p:nvPr/>
        </p:nvSpPr>
        <p:spPr>
          <a:xfrm>
            <a:off x="8599408" y="37719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management dashboard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4419600"/>
            <a:ext cx="11430000" cy="1981200"/>
          </a:xfrm>
          <a:custGeom>
            <a:avLst/>
            <a:gdLst/>
            <a:ahLst/>
            <a:cxnLst/>
            <a:rect l="l" t="t" r="r" b="b"/>
            <a:pathLst>
              <a:path w="11430000" h="1981200">
                <a:moveTo>
                  <a:pt x="114295" y="0"/>
                </a:moveTo>
                <a:lnTo>
                  <a:pt x="11315705" y="0"/>
                </a:lnTo>
                <a:cubicBezTo>
                  <a:pt x="11378786" y="0"/>
                  <a:pt x="11430000" y="51214"/>
                  <a:pt x="11430000" y="114295"/>
                </a:cubicBezTo>
                <a:lnTo>
                  <a:pt x="11430000" y="1866905"/>
                </a:lnTo>
                <a:cubicBezTo>
                  <a:pt x="11430000" y="1929986"/>
                  <a:pt x="11378786" y="1981200"/>
                  <a:pt x="11315705" y="1981200"/>
                </a:cubicBezTo>
                <a:lnTo>
                  <a:pt x="114295" y="1981200"/>
                </a:lnTo>
                <a:cubicBezTo>
                  <a:pt x="51214" y="1981200"/>
                  <a:pt x="0" y="1929986"/>
                  <a:pt x="0" y="18669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3413" y="468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6" name="Text 44"/>
          <p:cNvSpPr/>
          <p:nvPr/>
        </p:nvSpPr>
        <p:spPr>
          <a:xfrm>
            <a:off x="847725" y="4648200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Journey: From Exploration to Booking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87780" y="506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8" name="Shape 46"/>
          <p:cNvSpPr/>
          <p:nvPr/>
        </p:nvSpPr>
        <p:spPr>
          <a:xfrm>
            <a:off x="1478280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1431"/>
                </a:moveTo>
                <a:cubicBezTo>
                  <a:pt x="228600" y="16475"/>
                  <a:pt x="226055" y="11876"/>
                  <a:pt x="221813" y="9287"/>
                </a:cubicBezTo>
                <a:cubicBezTo>
                  <a:pt x="217572" y="6697"/>
                  <a:pt x="212348" y="6429"/>
                  <a:pt x="207928" y="8662"/>
                </a:cubicBezTo>
                <a:lnTo>
                  <a:pt x="156046" y="34603"/>
                </a:lnTo>
                <a:lnTo>
                  <a:pt x="75947" y="7858"/>
                </a:lnTo>
                <a:cubicBezTo>
                  <a:pt x="72330" y="6653"/>
                  <a:pt x="68446" y="6921"/>
                  <a:pt x="65053" y="8617"/>
                </a:cubicBezTo>
                <a:lnTo>
                  <a:pt x="7903" y="37192"/>
                </a:lnTo>
                <a:cubicBezTo>
                  <a:pt x="3036" y="39648"/>
                  <a:pt x="0" y="44604"/>
                  <a:pt x="0" y="50006"/>
                </a:cubicBezTo>
                <a:lnTo>
                  <a:pt x="0" y="207169"/>
                </a:lnTo>
                <a:cubicBezTo>
                  <a:pt x="0" y="212125"/>
                  <a:pt x="2545" y="216724"/>
                  <a:pt x="6787" y="219313"/>
                </a:cubicBezTo>
                <a:cubicBezTo>
                  <a:pt x="11028" y="221903"/>
                  <a:pt x="16252" y="222171"/>
                  <a:pt x="20672" y="219938"/>
                </a:cubicBezTo>
                <a:lnTo>
                  <a:pt x="72509" y="193997"/>
                </a:lnTo>
                <a:lnTo>
                  <a:pt x="152608" y="220697"/>
                </a:lnTo>
                <a:cubicBezTo>
                  <a:pt x="156225" y="221903"/>
                  <a:pt x="160109" y="221635"/>
                  <a:pt x="163503" y="219938"/>
                </a:cubicBezTo>
                <a:lnTo>
                  <a:pt x="220653" y="191363"/>
                </a:lnTo>
                <a:cubicBezTo>
                  <a:pt x="225475" y="188952"/>
                  <a:pt x="228555" y="183996"/>
                  <a:pt x="228555" y="178594"/>
                </a:cubicBezTo>
                <a:lnTo>
                  <a:pt x="228555" y="21431"/>
                </a:lnTo>
                <a:close/>
                <a:moveTo>
                  <a:pt x="85725" y="168280"/>
                </a:moveTo>
                <a:lnTo>
                  <a:pt x="85725" y="41255"/>
                </a:lnTo>
                <a:lnTo>
                  <a:pt x="142875" y="60320"/>
                </a:lnTo>
                <a:lnTo>
                  <a:pt x="142875" y="187345"/>
                </a:lnTo>
                <a:lnTo>
                  <a:pt x="85725" y="1682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71500" y="575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6263" y="59817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map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60413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52" name="Shape 50"/>
          <p:cNvSpPr/>
          <p:nvPr/>
        </p:nvSpPr>
        <p:spPr>
          <a:xfrm>
            <a:off x="3539490" y="506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53" name="Shape 51"/>
          <p:cNvSpPr/>
          <p:nvPr/>
        </p:nvSpPr>
        <p:spPr>
          <a:xfrm>
            <a:off x="3758565" y="5257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2823210" y="575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827972" y="59817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content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85584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57" name="Shape 55"/>
          <p:cNvSpPr/>
          <p:nvPr/>
        </p:nvSpPr>
        <p:spPr>
          <a:xfrm>
            <a:off x="5791200" y="506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58" name="Shape 56"/>
          <p:cNvSpPr/>
          <p:nvPr/>
        </p:nvSpPr>
        <p:spPr>
          <a:xfrm>
            <a:off x="5967413" y="5257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074920" y="575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79682" y="59817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10755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62" name="Shape 60"/>
          <p:cNvSpPr/>
          <p:nvPr/>
        </p:nvSpPr>
        <p:spPr>
          <a:xfrm>
            <a:off x="8042910" y="506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63" name="Shape 61"/>
          <p:cNvSpPr/>
          <p:nvPr/>
        </p:nvSpPr>
        <p:spPr>
          <a:xfrm>
            <a:off x="8219123" y="5257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28588"/>
                </a:lnTo>
                <a:lnTo>
                  <a:pt x="128588" y="128588"/>
                </a:lnTo>
                <a:lnTo>
                  <a:pt x="128588" y="71438"/>
                </a:lnTo>
                <a:cubicBezTo>
                  <a:pt x="128588" y="63535"/>
                  <a:pt x="134972" y="57150"/>
                  <a:pt x="142875" y="57150"/>
                </a:cubicBezTo>
                <a:lnTo>
                  <a:pt x="214313" y="57150"/>
                </a:lnTo>
                <a:cubicBezTo>
                  <a:pt x="237976" y="57150"/>
                  <a:pt x="257175" y="76349"/>
                  <a:pt x="257175" y="100013"/>
                </a:cubicBezTo>
                <a:lnTo>
                  <a:pt x="257175" y="200025"/>
                </a:lnTo>
                <a:cubicBezTo>
                  <a:pt x="257175" y="207928"/>
                  <a:pt x="250790" y="214313"/>
                  <a:pt x="242888" y="214313"/>
                </a:cubicBezTo>
                <a:cubicBezTo>
                  <a:pt x="234985" y="214313"/>
                  <a:pt x="228600" y="207928"/>
                  <a:pt x="228600" y="200025"/>
                </a:cubicBezTo>
                <a:lnTo>
                  <a:pt x="228600" y="171450"/>
                </a:lnTo>
                <a:lnTo>
                  <a:pt x="28575" y="171450"/>
                </a:lnTo>
                <a:lnTo>
                  <a:pt x="28575" y="200025"/>
                </a:lnTo>
                <a:cubicBezTo>
                  <a:pt x="28575" y="207928"/>
                  <a:pt x="22190" y="214313"/>
                  <a:pt x="14288" y="214313"/>
                </a:cubicBezTo>
                <a:cubicBezTo>
                  <a:pt x="6385" y="214313"/>
                  <a:pt x="0" y="207928"/>
                  <a:pt x="0" y="200025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0006" y="85725"/>
                </a:moveTo>
                <a:cubicBezTo>
                  <a:pt x="50006" y="69954"/>
                  <a:pt x="62810" y="57150"/>
                  <a:pt x="78581" y="57150"/>
                </a:cubicBezTo>
                <a:cubicBezTo>
                  <a:pt x="94352" y="57150"/>
                  <a:pt x="107156" y="69954"/>
                  <a:pt x="107156" y="85725"/>
                </a:cubicBezTo>
                <a:cubicBezTo>
                  <a:pt x="107156" y="101496"/>
                  <a:pt x="94352" y="114300"/>
                  <a:pt x="78581" y="114300"/>
                </a:cubicBezTo>
                <a:cubicBezTo>
                  <a:pt x="62810" y="114300"/>
                  <a:pt x="50006" y="101496"/>
                  <a:pt x="50006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7326630" y="575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331393" y="59817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Hotels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359265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94620" y="5067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68" name="Shape 66"/>
          <p:cNvSpPr/>
          <p:nvPr/>
        </p:nvSpPr>
        <p:spPr>
          <a:xfrm>
            <a:off x="10485120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9578340" y="575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583103" y="59817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844" y="466055"/>
            <a:ext cx="596550" cy="37284"/>
          </a:xfrm>
          <a:custGeom>
            <a:avLst/>
            <a:gdLst/>
            <a:ahLst/>
            <a:cxnLst/>
            <a:rect l="l" t="t" r="r" b="b"/>
            <a:pathLst>
              <a:path w="596550" h="37284">
                <a:moveTo>
                  <a:pt x="0" y="0"/>
                </a:moveTo>
                <a:lnTo>
                  <a:pt x="596550" y="0"/>
                </a:lnTo>
                <a:lnTo>
                  <a:pt x="596550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118532" y="372844"/>
            <a:ext cx="162187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spc="117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Discovery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2844" y="820257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Map: Visual Discovery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844" y="1491376"/>
            <a:ext cx="6795083" cy="3318312"/>
          </a:xfrm>
          <a:custGeom>
            <a:avLst/>
            <a:gdLst/>
            <a:ahLst/>
            <a:cxnLst/>
            <a:rect l="l" t="t" r="r" b="b"/>
            <a:pathLst>
              <a:path w="6795083" h="3318312">
                <a:moveTo>
                  <a:pt x="111860" y="0"/>
                </a:moveTo>
                <a:lnTo>
                  <a:pt x="6683222" y="0"/>
                </a:lnTo>
                <a:cubicBezTo>
                  <a:pt x="6745001" y="0"/>
                  <a:pt x="6795083" y="50082"/>
                  <a:pt x="6795083" y="111860"/>
                </a:cubicBezTo>
                <a:lnTo>
                  <a:pt x="6795083" y="3206452"/>
                </a:lnTo>
                <a:cubicBezTo>
                  <a:pt x="6795083" y="3268230"/>
                  <a:pt x="6745001" y="3318312"/>
                  <a:pt x="6683222" y="3318312"/>
                </a:cubicBezTo>
                <a:lnTo>
                  <a:pt x="111860" y="3318312"/>
                </a:lnTo>
                <a:cubicBezTo>
                  <a:pt x="50082" y="3318312"/>
                  <a:pt x="0" y="3268230"/>
                  <a:pt x="0" y="3206452"/>
                </a:cubicBezTo>
                <a:lnTo>
                  <a:pt x="0" y="111860"/>
                </a:lnTo>
                <a:cubicBezTo>
                  <a:pt x="0" y="50123"/>
                  <a:pt x="50123" y="0"/>
                  <a:pt x="11186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9817" dist="93211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9266" y="1715083"/>
            <a:ext cx="233028" cy="186422"/>
          </a:xfrm>
          <a:custGeom>
            <a:avLst/>
            <a:gdLst/>
            <a:ahLst/>
            <a:cxnLst/>
            <a:rect l="l" t="t" r="r" b="b"/>
            <a:pathLst>
              <a:path w="233028" h="186422">
                <a:moveTo>
                  <a:pt x="209725" y="17477"/>
                </a:moveTo>
                <a:cubicBezTo>
                  <a:pt x="209725" y="13435"/>
                  <a:pt x="207649" y="9685"/>
                  <a:pt x="204190" y="7573"/>
                </a:cubicBezTo>
                <a:cubicBezTo>
                  <a:pt x="200731" y="5462"/>
                  <a:pt x="196471" y="5243"/>
                  <a:pt x="192867" y="7064"/>
                </a:cubicBezTo>
                <a:lnTo>
                  <a:pt x="150558" y="28218"/>
                </a:lnTo>
                <a:lnTo>
                  <a:pt x="85237" y="6408"/>
                </a:lnTo>
                <a:cubicBezTo>
                  <a:pt x="82288" y="5425"/>
                  <a:pt x="79120" y="5644"/>
                  <a:pt x="76353" y="7027"/>
                </a:cubicBezTo>
                <a:lnTo>
                  <a:pt x="29747" y="30330"/>
                </a:lnTo>
                <a:cubicBezTo>
                  <a:pt x="25779" y="32333"/>
                  <a:pt x="23303" y="36374"/>
                  <a:pt x="23303" y="40780"/>
                </a:cubicBezTo>
                <a:lnTo>
                  <a:pt x="23303" y="168945"/>
                </a:lnTo>
                <a:cubicBezTo>
                  <a:pt x="23303" y="172987"/>
                  <a:pt x="25378" y="176737"/>
                  <a:pt x="28837" y="178849"/>
                </a:cubicBezTo>
                <a:cubicBezTo>
                  <a:pt x="32296" y="180960"/>
                  <a:pt x="36556" y="181179"/>
                  <a:pt x="40161" y="179358"/>
                </a:cubicBezTo>
                <a:lnTo>
                  <a:pt x="82433" y="158204"/>
                </a:lnTo>
                <a:lnTo>
                  <a:pt x="145533" y="179249"/>
                </a:lnTo>
                <a:cubicBezTo>
                  <a:pt x="143967" y="176919"/>
                  <a:pt x="142438" y="174479"/>
                  <a:pt x="140945" y="172003"/>
                </a:cubicBezTo>
                <a:cubicBezTo>
                  <a:pt x="136940" y="165340"/>
                  <a:pt x="132971" y="157694"/>
                  <a:pt x="130022" y="149502"/>
                </a:cubicBezTo>
                <a:lnTo>
                  <a:pt x="93175" y="137231"/>
                </a:lnTo>
                <a:lnTo>
                  <a:pt x="93175" y="33643"/>
                </a:lnTo>
                <a:lnTo>
                  <a:pt x="139780" y="49191"/>
                </a:lnTo>
                <a:lnTo>
                  <a:pt x="139780" y="85346"/>
                </a:lnTo>
                <a:cubicBezTo>
                  <a:pt x="151067" y="72311"/>
                  <a:pt x="167816" y="64083"/>
                  <a:pt x="186386" y="64083"/>
                </a:cubicBezTo>
                <a:cubicBezTo>
                  <a:pt x="194614" y="64083"/>
                  <a:pt x="202479" y="65685"/>
                  <a:pt x="209688" y="68634"/>
                </a:cubicBezTo>
                <a:lnTo>
                  <a:pt x="209725" y="17477"/>
                </a:lnTo>
                <a:close/>
                <a:moveTo>
                  <a:pt x="142729" y="124488"/>
                </a:moveTo>
                <a:cubicBezTo>
                  <a:pt x="142729" y="149575"/>
                  <a:pt x="166069" y="179249"/>
                  <a:pt x="178630" y="193413"/>
                </a:cubicBezTo>
                <a:cubicBezTo>
                  <a:pt x="182854" y="198146"/>
                  <a:pt x="190027" y="198146"/>
                  <a:pt x="194250" y="193413"/>
                </a:cubicBezTo>
                <a:cubicBezTo>
                  <a:pt x="206812" y="179249"/>
                  <a:pt x="230151" y="149575"/>
                  <a:pt x="230151" y="124488"/>
                </a:cubicBezTo>
                <a:cubicBezTo>
                  <a:pt x="230151" y="100784"/>
                  <a:pt x="210599" y="81560"/>
                  <a:pt x="186458" y="81560"/>
                </a:cubicBezTo>
                <a:cubicBezTo>
                  <a:pt x="162318" y="81560"/>
                  <a:pt x="142729" y="100784"/>
                  <a:pt x="142729" y="124488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7" name="Text 5"/>
          <p:cNvSpPr/>
          <p:nvPr/>
        </p:nvSpPr>
        <p:spPr>
          <a:xfrm>
            <a:off x="792294" y="1677798"/>
            <a:ext cx="628242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8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Map 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9266" y="2087927"/>
            <a:ext cx="3159853" cy="894826"/>
          </a:xfrm>
          <a:custGeom>
            <a:avLst/>
            <a:gdLst/>
            <a:ahLst/>
            <a:cxnLst/>
            <a:rect l="l" t="t" r="r" b="b"/>
            <a:pathLst>
              <a:path w="3159853" h="894826">
                <a:moveTo>
                  <a:pt x="74566" y="0"/>
                </a:moveTo>
                <a:lnTo>
                  <a:pt x="3085287" y="0"/>
                </a:lnTo>
                <a:cubicBezTo>
                  <a:pt x="3126469" y="0"/>
                  <a:pt x="3159853" y="33384"/>
                  <a:pt x="3159853" y="74566"/>
                </a:cubicBezTo>
                <a:lnTo>
                  <a:pt x="3159853" y="820260"/>
                </a:lnTo>
                <a:cubicBezTo>
                  <a:pt x="3159853" y="861441"/>
                  <a:pt x="3126469" y="894826"/>
                  <a:pt x="3085287" y="894826"/>
                </a:cubicBezTo>
                <a:lnTo>
                  <a:pt x="74566" y="894826"/>
                </a:lnTo>
                <a:cubicBezTo>
                  <a:pt x="33384" y="894826"/>
                  <a:pt x="0" y="861441"/>
                  <a:pt x="0" y="820260"/>
                </a:cubicBezTo>
                <a:lnTo>
                  <a:pt x="0" y="74566"/>
                </a:lnTo>
                <a:cubicBezTo>
                  <a:pt x="0" y="33412"/>
                  <a:pt x="33412" y="0"/>
                  <a:pt x="74566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9" name="Shape 7"/>
          <p:cNvSpPr/>
          <p:nvPr/>
        </p:nvSpPr>
        <p:spPr>
          <a:xfrm>
            <a:off x="699083" y="2237064"/>
            <a:ext cx="130495" cy="149138"/>
          </a:xfrm>
          <a:custGeom>
            <a:avLst/>
            <a:gdLst/>
            <a:ahLst/>
            <a:cxnLst/>
            <a:rect l="l" t="t" r="r" b="b"/>
            <a:pathLst>
              <a:path w="130495" h="149138">
                <a:moveTo>
                  <a:pt x="22516" y="728"/>
                </a:moveTo>
                <a:cubicBezTo>
                  <a:pt x="24876" y="-466"/>
                  <a:pt x="27730" y="-204"/>
                  <a:pt x="29828" y="1398"/>
                </a:cubicBezTo>
                <a:lnTo>
                  <a:pt x="123039" y="71277"/>
                </a:lnTo>
                <a:cubicBezTo>
                  <a:pt x="125456" y="73083"/>
                  <a:pt x="126417" y="76229"/>
                  <a:pt x="125485" y="79084"/>
                </a:cubicBezTo>
                <a:cubicBezTo>
                  <a:pt x="124553" y="81938"/>
                  <a:pt x="121873" y="83861"/>
                  <a:pt x="118844" y="83861"/>
                </a:cubicBezTo>
                <a:lnTo>
                  <a:pt x="74481" y="83861"/>
                </a:lnTo>
                <a:lnTo>
                  <a:pt x="100377" y="135622"/>
                </a:lnTo>
                <a:cubicBezTo>
                  <a:pt x="102678" y="140224"/>
                  <a:pt x="100814" y="145817"/>
                  <a:pt x="96211" y="148118"/>
                </a:cubicBezTo>
                <a:cubicBezTo>
                  <a:pt x="91609" y="150419"/>
                  <a:pt x="86016" y="148555"/>
                  <a:pt x="83715" y="143953"/>
                </a:cubicBezTo>
                <a:lnTo>
                  <a:pt x="57820" y="92192"/>
                </a:lnTo>
                <a:lnTo>
                  <a:pt x="31226" y="127670"/>
                </a:lnTo>
                <a:cubicBezTo>
                  <a:pt x="29420" y="130088"/>
                  <a:pt x="26274" y="131049"/>
                  <a:pt x="23419" y="130117"/>
                </a:cubicBezTo>
                <a:cubicBezTo>
                  <a:pt x="20565" y="129185"/>
                  <a:pt x="18642" y="126505"/>
                  <a:pt x="18642" y="123505"/>
                </a:cubicBezTo>
                <a:lnTo>
                  <a:pt x="18642" y="6991"/>
                </a:lnTo>
                <a:cubicBezTo>
                  <a:pt x="18642" y="4340"/>
                  <a:pt x="20128" y="1922"/>
                  <a:pt x="22516" y="728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10" name="Text 8"/>
          <p:cNvSpPr/>
          <p:nvPr/>
        </p:nvSpPr>
        <p:spPr>
          <a:xfrm>
            <a:off x="932110" y="2199780"/>
            <a:ext cx="120242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Clickable Regions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1119" y="2498055"/>
            <a:ext cx="3001394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24 governorates with hover states and click interactions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26545" y="2087927"/>
            <a:ext cx="3159853" cy="894826"/>
          </a:xfrm>
          <a:custGeom>
            <a:avLst/>
            <a:gdLst/>
            <a:ahLst/>
            <a:cxnLst/>
            <a:rect l="l" t="t" r="r" b="b"/>
            <a:pathLst>
              <a:path w="3159853" h="894826">
                <a:moveTo>
                  <a:pt x="74566" y="0"/>
                </a:moveTo>
                <a:lnTo>
                  <a:pt x="3085287" y="0"/>
                </a:lnTo>
                <a:cubicBezTo>
                  <a:pt x="3126469" y="0"/>
                  <a:pt x="3159853" y="33384"/>
                  <a:pt x="3159853" y="74566"/>
                </a:cubicBezTo>
                <a:lnTo>
                  <a:pt x="3159853" y="820260"/>
                </a:lnTo>
                <a:cubicBezTo>
                  <a:pt x="3159853" y="861441"/>
                  <a:pt x="3126469" y="894826"/>
                  <a:pt x="3085287" y="894826"/>
                </a:cubicBezTo>
                <a:lnTo>
                  <a:pt x="74566" y="894826"/>
                </a:lnTo>
                <a:cubicBezTo>
                  <a:pt x="33384" y="894826"/>
                  <a:pt x="0" y="861441"/>
                  <a:pt x="0" y="820260"/>
                </a:cubicBezTo>
                <a:lnTo>
                  <a:pt x="0" y="74566"/>
                </a:lnTo>
                <a:cubicBezTo>
                  <a:pt x="0" y="33412"/>
                  <a:pt x="33412" y="0"/>
                  <a:pt x="74566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957040" y="2237064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67724" y="1515"/>
                </a:moveTo>
                <a:cubicBezTo>
                  <a:pt x="72064" y="-495"/>
                  <a:pt x="77074" y="-495"/>
                  <a:pt x="81414" y="1515"/>
                </a:cubicBezTo>
                <a:lnTo>
                  <a:pt x="145089" y="30934"/>
                </a:lnTo>
                <a:cubicBezTo>
                  <a:pt x="147565" y="32070"/>
                  <a:pt x="149138" y="34546"/>
                  <a:pt x="149138" y="37284"/>
                </a:cubicBezTo>
                <a:cubicBezTo>
                  <a:pt x="149138" y="40022"/>
                  <a:pt x="147565" y="42498"/>
                  <a:pt x="145089" y="43634"/>
                </a:cubicBezTo>
                <a:lnTo>
                  <a:pt x="81414" y="73054"/>
                </a:lnTo>
                <a:cubicBezTo>
                  <a:pt x="77074" y="75064"/>
                  <a:pt x="72064" y="75064"/>
                  <a:pt x="67724" y="73054"/>
                </a:cubicBezTo>
                <a:lnTo>
                  <a:pt x="4049" y="43634"/>
                </a:lnTo>
                <a:cubicBezTo>
                  <a:pt x="1573" y="42469"/>
                  <a:pt x="0" y="39993"/>
                  <a:pt x="0" y="37284"/>
                </a:cubicBezTo>
                <a:cubicBezTo>
                  <a:pt x="0" y="34575"/>
                  <a:pt x="1573" y="32070"/>
                  <a:pt x="4049" y="30934"/>
                </a:cubicBezTo>
                <a:lnTo>
                  <a:pt x="67724" y="1515"/>
                </a:lnTo>
                <a:close/>
                <a:moveTo>
                  <a:pt x="14011" y="63617"/>
                </a:moveTo>
                <a:lnTo>
                  <a:pt x="61869" y="85725"/>
                </a:lnTo>
                <a:cubicBezTo>
                  <a:pt x="69937" y="89453"/>
                  <a:pt x="79229" y="89453"/>
                  <a:pt x="87298" y="85725"/>
                </a:cubicBezTo>
                <a:lnTo>
                  <a:pt x="135156" y="63617"/>
                </a:lnTo>
                <a:lnTo>
                  <a:pt x="145089" y="68219"/>
                </a:lnTo>
                <a:cubicBezTo>
                  <a:pt x="147565" y="69355"/>
                  <a:pt x="149138" y="71831"/>
                  <a:pt x="149138" y="74569"/>
                </a:cubicBezTo>
                <a:cubicBezTo>
                  <a:pt x="149138" y="77307"/>
                  <a:pt x="147565" y="79783"/>
                  <a:pt x="145089" y="80919"/>
                </a:cubicBezTo>
                <a:lnTo>
                  <a:pt x="81414" y="110339"/>
                </a:lnTo>
                <a:cubicBezTo>
                  <a:pt x="77074" y="112348"/>
                  <a:pt x="72064" y="112348"/>
                  <a:pt x="67724" y="110339"/>
                </a:cubicBezTo>
                <a:lnTo>
                  <a:pt x="4049" y="80919"/>
                </a:lnTo>
                <a:cubicBezTo>
                  <a:pt x="1573" y="79754"/>
                  <a:pt x="0" y="77278"/>
                  <a:pt x="0" y="74569"/>
                </a:cubicBezTo>
                <a:cubicBezTo>
                  <a:pt x="0" y="71860"/>
                  <a:pt x="1573" y="69355"/>
                  <a:pt x="4049" y="68219"/>
                </a:cubicBezTo>
                <a:lnTo>
                  <a:pt x="13982" y="63617"/>
                </a:lnTo>
                <a:close/>
                <a:moveTo>
                  <a:pt x="4049" y="105503"/>
                </a:moveTo>
                <a:lnTo>
                  <a:pt x="13982" y="100901"/>
                </a:lnTo>
                <a:lnTo>
                  <a:pt x="61840" y="123009"/>
                </a:lnTo>
                <a:cubicBezTo>
                  <a:pt x="69908" y="126738"/>
                  <a:pt x="79200" y="126738"/>
                  <a:pt x="87269" y="123009"/>
                </a:cubicBezTo>
                <a:lnTo>
                  <a:pt x="135127" y="100901"/>
                </a:lnTo>
                <a:lnTo>
                  <a:pt x="145060" y="105503"/>
                </a:lnTo>
                <a:cubicBezTo>
                  <a:pt x="147536" y="106639"/>
                  <a:pt x="149108" y="109115"/>
                  <a:pt x="149108" y="111853"/>
                </a:cubicBezTo>
                <a:cubicBezTo>
                  <a:pt x="149108" y="114591"/>
                  <a:pt x="147536" y="117067"/>
                  <a:pt x="145060" y="118203"/>
                </a:cubicBezTo>
                <a:lnTo>
                  <a:pt x="81385" y="147623"/>
                </a:lnTo>
                <a:cubicBezTo>
                  <a:pt x="77045" y="149633"/>
                  <a:pt x="72035" y="149633"/>
                  <a:pt x="67694" y="147623"/>
                </a:cubicBezTo>
                <a:lnTo>
                  <a:pt x="4049" y="118203"/>
                </a:lnTo>
                <a:cubicBezTo>
                  <a:pt x="1573" y="117038"/>
                  <a:pt x="0" y="114562"/>
                  <a:pt x="0" y="111853"/>
                </a:cubicBezTo>
                <a:cubicBezTo>
                  <a:pt x="0" y="109144"/>
                  <a:pt x="1573" y="106639"/>
                  <a:pt x="4049" y="105503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4" name="Text 12"/>
          <p:cNvSpPr/>
          <p:nvPr/>
        </p:nvSpPr>
        <p:spPr>
          <a:xfrm>
            <a:off x="4199389" y="2199780"/>
            <a:ext cx="93211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8398" y="2498055"/>
            <a:ext cx="300139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Toggle between states, hotels, attractions, zones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9266" y="3094606"/>
            <a:ext cx="3159853" cy="708404"/>
          </a:xfrm>
          <a:custGeom>
            <a:avLst/>
            <a:gdLst/>
            <a:ahLst/>
            <a:cxnLst/>
            <a:rect l="l" t="t" r="r" b="b"/>
            <a:pathLst>
              <a:path w="3159853" h="708404">
                <a:moveTo>
                  <a:pt x="74567" y="0"/>
                </a:moveTo>
                <a:lnTo>
                  <a:pt x="3085287" y="0"/>
                </a:lnTo>
                <a:cubicBezTo>
                  <a:pt x="3126469" y="0"/>
                  <a:pt x="3159853" y="33385"/>
                  <a:pt x="3159853" y="74567"/>
                </a:cubicBezTo>
                <a:lnTo>
                  <a:pt x="3159853" y="633837"/>
                </a:lnTo>
                <a:cubicBezTo>
                  <a:pt x="3159853" y="675019"/>
                  <a:pt x="3126469" y="708404"/>
                  <a:pt x="3085287" y="708404"/>
                </a:cubicBezTo>
                <a:lnTo>
                  <a:pt x="74567" y="708404"/>
                </a:lnTo>
                <a:cubicBezTo>
                  <a:pt x="33385" y="708404"/>
                  <a:pt x="0" y="675019"/>
                  <a:pt x="0" y="633837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89761" y="3243743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121174" y="60587"/>
                </a:moveTo>
                <a:cubicBezTo>
                  <a:pt x="121174" y="73957"/>
                  <a:pt x="116834" y="86308"/>
                  <a:pt x="109523" y="96328"/>
                </a:cubicBezTo>
                <a:lnTo>
                  <a:pt x="146400" y="133233"/>
                </a:lnTo>
                <a:cubicBezTo>
                  <a:pt x="150041" y="136875"/>
                  <a:pt x="150041" y="142788"/>
                  <a:pt x="146400" y="146429"/>
                </a:cubicBezTo>
                <a:cubicBezTo>
                  <a:pt x="142758" y="150070"/>
                  <a:pt x="136845" y="150070"/>
                  <a:pt x="133204" y="146429"/>
                </a:cubicBezTo>
                <a:lnTo>
                  <a:pt x="96328" y="109523"/>
                </a:lnTo>
                <a:cubicBezTo>
                  <a:pt x="86308" y="116834"/>
                  <a:pt x="73957" y="121174"/>
                  <a:pt x="60587" y="121174"/>
                </a:cubicBezTo>
                <a:cubicBezTo>
                  <a:pt x="27119" y="121174"/>
                  <a:pt x="0" y="94056"/>
                  <a:pt x="0" y="60587"/>
                </a:cubicBezTo>
                <a:cubicBezTo>
                  <a:pt x="0" y="27119"/>
                  <a:pt x="27119" y="0"/>
                  <a:pt x="60587" y="0"/>
                </a:cubicBezTo>
                <a:cubicBezTo>
                  <a:pt x="94056" y="0"/>
                  <a:pt x="121174" y="27119"/>
                  <a:pt x="121174" y="60587"/>
                </a:cubicBezTo>
                <a:close/>
                <a:moveTo>
                  <a:pt x="60587" y="32624"/>
                </a:moveTo>
                <a:cubicBezTo>
                  <a:pt x="56713" y="32624"/>
                  <a:pt x="53596" y="35741"/>
                  <a:pt x="53596" y="39615"/>
                </a:cubicBezTo>
                <a:lnTo>
                  <a:pt x="53596" y="53596"/>
                </a:lnTo>
                <a:lnTo>
                  <a:pt x="39615" y="53596"/>
                </a:lnTo>
                <a:cubicBezTo>
                  <a:pt x="35741" y="53596"/>
                  <a:pt x="32624" y="56713"/>
                  <a:pt x="32624" y="60587"/>
                </a:cubicBezTo>
                <a:cubicBezTo>
                  <a:pt x="32624" y="64461"/>
                  <a:pt x="35741" y="67578"/>
                  <a:pt x="39615" y="67578"/>
                </a:cubicBezTo>
                <a:lnTo>
                  <a:pt x="53596" y="67578"/>
                </a:lnTo>
                <a:lnTo>
                  <a:pt x="53596" y="81560"/>
                </a:lnTo>
                <a:cubicBezTo>
                  <a:pt x="53596" y="85434"/>
                  <a:pt x="56713" y="88550"/>
                  <a:pt x="60587" y="88550"/>
                </a:cubicBezTo>
                <a:cubicBezTo>
                  <a:pt x="64461" y="88550"/>
                  <a:pt x="67578" y="85434"/>
                  <a:pt x="67578" y="81560"/>
                </a:cubicBezTo>
                <a:lnTo>
                  <a:pt x="67578" y="67578"/>
                </a:lnTo>
                <a:lnTo>
                  <a:pt x="81560" y="67578"/>
                </a:lnTo>
                <a:cubicBezTo>
                  <a:pt x="85434" y="67578"/>
                  <a:pt x="88550" y="64461"/>
                  <a:pt x="88550" y="60587"/>
                </a:cubicBezTo>
                <a:cubicBezTo>
                  <a:pt x="88550" y="56713"/>
                  <a:pt x="85434" y="53596"/>
                  <a:pt x="81560" y="53596"/>
                </a:cubicBezTo>
                <a:lnTo>
                  <a:pt x="67578" y="53596"/>
                </a:lnTo>
                <a:lnTo>
                  <a:pt x="67578" y="39615"/>
                </a:lnTo>
                <a:cubicBezTo>
                  <a:pt x="67578" y="35741"/>
                  <a:pt x="64461" y="32624"/>
                  <a:pt x="60587" y="32624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932110" y="3206459"/>
            <a:ext cx="86686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Zoom &amp; Pan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119" y="3504734"/>
            <a:ext cx="300139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navigation with touch and mouse support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26545" y="3094606"/>
            <a:ext cx="3159853" cy="708404"/>
          </a:xfrm>
          <a:custGeom>
            <a:avLst/>
            <a:gdLst/>
            <a:ahLst/>
            <a:cxnLst/>
            <a:rect l="l" t="t" r="r" b="b"/>
            <a:pathLst>
              <a:path w="3159853" h="708404">
                <a:moveTo>
                  <a:pt x="74567" y="0"/>
                </a:moveTo>
                <a:lnTo>
                  <a:pt x="3085287" y="0"/>
                </a:lnTo>
                <a:cubicBezTo>
                  <a:pt x="3126469" y="0"/>
                  <a:pt x="3159853" y="33385"/>
                  <a:pt x="3159853" y="74567"/>
                </a:cubicBezTo>
                <a:lnTo>
                  <a:pt x="3159853" y="633837"/>
                </a:lnTo>
                <a:cubicBezTo>
                  <a:pt x="3159853" y="675019"/>
                  <a:pt x="3126469" y="708404"/>
                  <a:pt x="3085287" y="708404"/>
                </a:cubicBezTo>
                <a:lnTo>
                  <a:pt x="74567" y="708404"/>
                </a:lnTo>
                <a:cubicBezTo>
                  <a:pt x="33385" y="708404"/>
                  <a:pt x="0" y="675019"/>
                  <a:pt x="0" y="633837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957040" y="3243743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9321" y="18642"/>
                </a:moveTo>
                <a:cubicBezTo>
                  <a:pt x="5564" y="18642"/>
                  <a:pt x="2156" y="20914"/>
                  <a:pt x="699" y="24410"/>
                </a:cubicBezTo>
                <a:cubicBezTo>
                  <a:pt x="-757" y="27905"/>
                  <a:pt x="58" y="31896"/>
                  <a:pt x="2738" y="34546"/>
                </a:cubicBezTo>
                <a:lnTo>
                  <a:pt x="55927" y="87764"/>
                </a:lnTo>
                <a:lnTo>
                  <a:pt x="55927" y="121174"/>
                </a:lnTo>
                <a:cubicBezTo>
                  <a:pt x="55927" y="123650"/>
                  <a:pt x="56917" y="126010"/>
                  <a:pt x="58665" y="127757"/>
                </a:cubicBezTo>
                <a:lnTo>
                  <a:pt x="77307" y="146400"/>
                </a:lnTo>
                <a:cubicBezTo>
                  <a:pt x="79987" y="149079"/>
                  <a:pt x="83977" y="149866"/>
                  <a:pt x="87473" y="148409"/>
                </a:cubicBezTo>
                <a:cubicBezTo>
                  <a:pt x="90968" y="146953"/>
                  <a:pt x="93211" y="143574"/>
                  <a:pt x="93211" y="139817"/>
                </a:cubicBezTo>
                <a:lnTo>
                  <a:pt x="93211" y="87764"/>
                </a:lnTo>
                <a:lnTo>
                  <a:pt x="146400" y="34575"/>
                </a:lnTo>
                <a:cubicBezTo>
                  <a:pt x="149079" y="31896"/>
                  <a:pt x="149866" y="27905"/>
                  <a:pt x="148409" y="24410"/>
                </a:cubicBezTo>
                <a:cubicBezTo>
                  <a:pt x="146953" y="20914"/>
                  <a:pt x="143574" y="18642"/>
                  <a:pt x="139817" y="18642"/>
                </a:cubicBezTo>
                <a:lnTo>
                  <a:pt x="9321" y="18642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22" name="Text 20"/>
          <p:cNvSpPr/>
          <p:nvPr/>
        </p:nvSpPr>
        <p:spPr>
          <a:xfrm>
            <a:off x="4199389" y="3206459"/>
            <a:ext cx="876183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Filters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38398" y="3504734"/>
            <a:ext cx="300139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by price, rating, amenities, hotel type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9266" y="3914862"/>
            <a:ext cx="3159853" cy="708404"/>
          </a:xfrm>
          <a:custGeom>
            <a:avLst/>
            <a:gdLst/>
            <a:ahLst/>
            <a:cxnLst/>
            <a:rect l="l" t="t" r="r" b="b"/>
            <a:pathLst>
              <a:path w="3159853" h="708404">
                <a:moveTo>
                  <a:pt x="74567" y="0"/>
                </a:moveTo>
                <a:lnTo>
                  <a:pt x="3085287" y="0"/>
                </a:lnTo>
                <a:cubicBezTo>
                  <a:pt x="3126469" y="0"/>
                  <a:pt x="3159853" y="33385"/>
                  <a:pt x="3159853" y="74567"/>
                </a:cubicBezTo>
                <a:lnTo>
                  <a:pt x="3159853" y="633837"/>
                </a:lnTo>
                <a:cubicBezTo>
                  <a:pt x="3159853" y="675019"/>
                  <a:pt x="3126469" y="708404"/>
                  <a:pt x="3085287" y="708404"/>
                </a:cubicBezTo>
                <a:lnTo>
                  <a:pt x="74567" y="708404"/>
                </a:lnTo>
                <a:cubicBezTo>
                  <a:pt x="33385" y="708404"/>
                  <a:pt x="0" y="675019"/>
                  <a:pt x="0" y="633837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89761" y="4064000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0" y="74569"/>
                </a:moveTo>
                <a:cubicBezTo>
                  <a:pt x="0" y="33413"/>
                  <a:pt x="33413" y="0"/>
                  <a:pt x="74569" y="0"/>
                </a:cubicBezTo>
                <a:cubicBezTo>
                  <a:pt x="115724" y="0"/>
                  <a:pt x="149138" y="33413"/>
                  <a:pt x="149138" y="74569"/>
                </a:cubicBezTo>
                <a:cubicBezTo>
                  <a:pt x="149138" y="115724"/>
                  <a:pt x="115724" y="149138"/>
                  <a:pt x="74569" y="149138"/>
                </a:cubicBezTo>
                <a:cubicBezTo>
                  <a:pt x="33413" y="149138"/>
                  <a:pt x="0" y="115724"/>
                  <a:pt x="0" y="74569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6" name="Text 24"/>
          <p:cNvSpPr/>
          <p:nvPr/>
        </p:nvSpPr>
        <p:spPr>
          <a:xfrm>
            <a:off x="932110" y="4026716"/>
            <a:ext cx="145409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 Indicators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1119" y="4324991"/>
            <a:ext cx="300139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status with color-coded markers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26545" y="3914862"/>
            <a:ext cx="3159853" cy="708404"/>
          </a:xfrm>
          <a:custGeom>
            <a:avLst/>
            <a:gdLst/>
            <a:ahLst/>
            <a:cxnLst/>
            <a:rect l="l" t="t" r="r" b="b"/>
            <a:pathLst>
              <a:path w="3159853" h="708404">
                <a:moveTo>
                  <a:pt x="74567" y="0"/>
                </a:moveTo>
                <a:lnTo>
                  <a:pt x="3085287" y="0"/>
                </a:lnTo>
                <a:cubicBezTo>
                  <a:pt x="3126469" y="0"/>
                  <a:pt x="3159853" y="33385"/>
                  <a:pt x="3159853" y="74567"/>
                </a:cubicBezTo>
                <a:lnTo>
                  <a:pt x="3159853" y="633837"/>
                </a:lnTo>
                <a:cubicBezTo>
                  <a:pt x="3159853" y="675019"/>
                  <a:pt x="3126469" y="708404"/>
                  <a:pt x="3085287" y="708404"/>
                </a:cubicBezTo>
                <a:lnTo>
                  <a:pt x="74567" y="708404"/>
                </a:lnTo>
                <a:cubicBezTo>
                  <a:pt x="33385" y="708404"/>
                  <a:pt x="0" y="675019"/>
                  <a:pt x="0" y="633837"/>
                </a:cubicBezTo>
                <a:lnTo>
                  <a:pt x="0" y="74567"/>
                </a:lnTo>
                <a:cubicBezTo>
                  <a:pt x="0" y="33412"/>
                  <a:pt x="33412" y="0"/>
                  <a:pt x="74567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Shape 27"/>
          <p:cNvSpPr/>
          <p:nvPr/>
        </p:nvSpPr>
        <p:spPr>
          <a:xfrm>
            <a:off x="3957040" y="4064000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149138" y="27963"/>
                </a:moveTo>
                <a:cubicBezTo>
                  <a:pt x="149138" y="42586"/>
                  <a:pt x="131923" y="64403"/>
                  <a:pt x="124495" y="73112"/>
                </a:cubicBezTo>
                <a:cubicBezTo>
                  <a:pt x="123388" y="74394"/>
                  <a:pt x="121757" y="74889"/>
                  <a:pt x="120271" y="74569"/>
                </a:cubicBezTo>
                <a:lnTo>
                  <a:pt x="93211" y="74569"/>
                </a:lnTo>
                <a:cubicBezTo>
                  <a:pt x="88055" y="74569"/>
                  <a:pt x="83890" y="78734"/>
                  <a:pt x="83890" y="83890"/>
                </a:cubicBezTo>
                <a:cubicBezTo>
                  <a:pt x="83890" y="89046"/>
                  <a:pt x="88055" y="93211"/>
                  <a:pt x="93211" y="93211"/>
                </a:cubicBezTo>
                <a:lnTo>
                  <a:pt x="121174" y="93211"/>
                </a:lnTo>
                <a:cubicBezTo>
                  <a:pt x="136612" y="93211"/>
                  <a:pt x="149138" y="105736"/>
                  <a:pt x="149138" y="121174"/>
                </a:cubicBezTo>
                <a:cubicBezTo>
                  <a:pt x="149138" y="136612"/>
                  <a:pt x="136612" y="149138"/>
                  <a:pt x="121174" y="149138"/>
                </a:cubicBezTo>
                <a:lnTo>
                  <a:pt x="40663" y="149138"/>
                </a:lnTo>
                <a:cubicBezTo>
                  <a:pt x="43197" y="146254"/>
                  <a:pt x="46285" y="142555"/>
                  <a:pt x="49402" y="138418"/>
                </a:cubicBezTo>
                <a:cubicBezTo>
                  <a:pt x="51237" y="135972"/>
                  <a:pt x="53130" y="133292"/>
                  <a:pt x="54936" y="130495"/>
                </a:cubicBezTo>
                <a:lnTo>
                  <a:pt x="121174" y="130495"/>
                </a:lnTo>
                <a:cubicBezTo>
                  <a:pt x="126330" y="130495"/>
                  <a:pt x="130495" y="126330"/>
                  <a:pt x="130495" y="121174"/>
                </a:cubicBezTo>
                <a:cubicBezTo>
                  <a:pt x="130495" y="116019"/>
                  <a:pt x="126330" y="111853"/>
                  <a:pt x="121174" y="111853"/>
                </a:cubicBezTo>
                <a:lnTo>
                  <a:pt x="93211" y="111853"/>
                </a:lnTo>
                <a:cubicBezTo>
                  <a:pt x="77773" y="111853"/>
                  <a:pt x="65248" y="99328"/>
                  <a:pt x="65248" y="83890"/>
                </a:cubicBezTo>
                <a:cubicBezTo>
                  <a:pt x="65248" y="68452"/>
                  <a:pt x="77773" y="55927"/>
                  <a:pt x="93211" y="55927"/>
                </a:cubicBezTo>
                <a:lnTo>
                  <a:pt x="104804" y="55927"/>
                </a:lnTo>
                <a:cubicBezTo>
                  <a:pt x="98687" y="46751"/>
                  <a:pt x="93211" y="36207"/>
                  <a:pt x="93211" y="27963"/>
                </a:cubicBezTo>
                <a:cubicBezTo>
                  <a:pt x="93211" y="12525"/>
                  <a:pt x="105736" y="0"/>
                  <a:pt x="121174" y="0"/>
                </a:cubicBezTo>
                <a:cubicBezTo>
                  <a:pt x="136612" y="0"/>
                  <a:pt x="149138" y="12525"/>
                  <a:pt x="149138" y="27963"/>
                </a:cubicBezTo>
                <a:close/>
                <a:moveTo>
                  <a:pt x="34109" y="142467"/>
                </a:moveTo>
                <a:cubicBezTo>
                  <a:pt x="33003" y="143720"/>
                  <a:pt x="32012" y="144827"/>
                  <a:pt x="31167" y="145759"/>
                </a:cubicBezTo>
                <a:lnTo>
                  <a:pt x="30643" y="146341"/>
                </a:lnTo>
                <a:lnTo>
                  <a:pt x="30585" y="146283"/>
                </a:lnTo>
                <a:cubicBezTo>
                  <a:pt x="28837" y="147623"/>
                  <a:pt x="26332" y="147448"/>
                  <a:pt x="24759" y="145759"/>
                </a:cubicBezTo>
                <a:cubicBezTo>
                  <a:pt x="17419" y="137778"/>
                  <a:pt x="0" y="117242"/>
                  <a:pt x="0" y="102532"/>
                </a:cubicBezTo>
                <a:cubicBezTo>
                  <a:pt x="0" y="87094"/>
                  <a:pt x="12525" y="74569"/>
                  <a:pt x="27963" y="74569"/>
                </a:cubicBezTo>
                <a:cubicBezTo>
                  <a:pt x="43401" y="74569"/>
                  <a:pt x="55927" y="87094"/>
                  <a:pt x="55927" y="102532"/>
                </a:cubicBezTo>
                <a:cubicBezTo>
                  <a:pt x="55927" y="111271"/>
                  <a:pt x="49781" y="122048"/>
                  <a:pt x="43256" y="131049"/>
                </a:cubicBezTo>
                <a:cubicBezTo>
                  <a:pt x="40139" y="135331"/>
                  <a:pt x="36935" y="139205"/>
                  <a:pt x="34284" y="142263"/>
                </a:cubicBezTo>
                <a:lnTo>
                  <a:pt x="34109" y="142467"/>
                </a:lnTo>
                <a:close/>
                <a:moveTo>
                  <a:pt x="37284" y="102532"/>
                </a:moveTo>
                <a:cubicBezTo>
                  <a:pt x="37284" y="97388"/>
                  <a:pt x="33108" y="93211"/>
                  <a:pt x="27963" y="93211"/>
                </a:cubicBezTo>
                <a:cubicBezTo>
                  <a:pt x="22819" y="93211"/>
                  <a:pt x="18642" y="97388"/>
                  <a:pt x="18642" y="102532"/>
                </a:cubicBezTo>
                <a:cubicBezTo>
                  <a:pt x="18642" y="107677"/>
                  <a:pt x="22819" y="111853"/>
                  <a:pt x="27963" y="111853"/>
                </a:cubicBezTo>
                <a:cubicBezTo>
                  <a:pt x="33108" y="111853"/>
                  <a:pt x="37284" y="107677"/>
                  <a:pt x="37284" y="102532"/>
                </a:cubicBezTo>
                <a:close/>
                <a:moveTo>
                  <a:pt x="121174" y="37284"/>
                </a:moveTo>
                <a:cubicBezTo>
                  <a:pt x="126319" y="37284"/>
                  <a:pt x="130495" y="33108"/>
                  <a:pt x="130495" y="27963"/>
                </a:cubicBezTo>
                <a:cubicBezTo>
                  <a:pt x="130495" y="22819"/>
                  <a:pt x="126319" y="18642"/>
                  <a:pt x="121174" y="18642"/>
                </a:cubicBezTo>
                <a:cubicBezTo>
                  <a:pt x="116030" y="18642"/>
                  <a:pt x="111853" y="22819"/>
                  <a:pt x="111853" y="27963"/>
                </a:cubicBezTo>
                <a:cubicBezTo>
                  <a:pt x="111853" y="33108"/>
                  <a:pt x="116030" y="37284"/>
                  <a:pt x="121174" y="37284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4199389" y="4026716"/>
            <a:ext cx="103464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Planning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38398" y="4324991"/>
            <a:ext cx="300139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multi-destination itineraries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72844" y="4958826"/>
            <a:ext cx="6795083" cy="1528661"/>
          </a:xfrm>
          <a:custGeom>
            <a:avLst/>
            <a:gdLst/>
            <a:ahLst/>
            <a:cxnLst/>
            <a:rect l="l" t="t" r="r" b="b"/>
            <a:pathLst>
              <a:path w="6795083" h="1528661">
                <a:moveTo>
                  <a:pt x="111852" y="0"/>
                </a:moveTo>
                <a:lnTo>
                  <a:pt x="6683230" y="0"/>
                </a:lnTo>
                <a:cubicBezTo>
                  <a:pt x="6745005" y="0"/>
                  <a:pt x="6795083" y="50078"/>
                  <a:pt x="6795083" y="111852"/>
                </a:cubicBezTo>
                <a:lnTo>
                  <a:pt x="6795083" y="1416808"/>
                </a:lnTo>
                <a:cubicBezTo>
                  <a:pt x="6795083" y="1478583"/>
                  <a:pt x="6745005" y="1528661"/>
                  <a:pt x="6683230" y="1528661"/>
                </a:cubicBezTo>
                <a:lnTo>
                  <a:pt x="111852" y="1528661"/>
                </a:lnTo>
                <a:cubicBezTo>
                  <a:pt x="50078" y="1528661"/>
                  <a:pt x="0" y="1478583"/>
                  <a:pt x="0" y="1416808"/>
                </a:cubicBezTo>
                <a:lnTo>
                  <a:pt x="0" y="111852"/>
                </a:lnTo>
                <a:cubicBezTo>
                  <a:pt x="0" y="50119"/>
                  <a:pt x="50119" y="0"/>
                  <a:pt x="1118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9817" dist="93211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2083" y="5191853"/>
            <a:ext cx="188752" cy="167780"/>
          </a:xfrm>
          <a:custGeom>
            <a:avLst/>
            <a:gdLst/>
            <a:ahLst/>
            <a:cxnLst/>
            <a:rect l="l" t="t" r="r" b="b"/>
            <a:pathLst>
              <a:path w="188752" h="167780">
                <a:moveTo>
                  <a:pt x="101422" y="-6193"/>
                </a:moveTo>
                <a:cubicBezTo>
                  <a:pt x="100078" y="-8815"/>
                  <a:pt x="97358" y="-10486"/>
                  <a:pt x="94409" y="-10486"/>
                </a:cubicBezTo>
                <a:cubicBezTo>
                  <a:pt x="91460" y="-10486"/>
                  <a:pt x="88740" y="-8815"/>
                  <a:pt x="87396" y="-6193"/>
                </a:cubicBezTo>
                <a:lnTo>
                  <a:pt x="63278" y="41060"/>
                </a:lnTo>
                <a:lnTo>
                  <a:pt x="10879" y="49384"/>
                </a:lnTo>
                <a:cubicBezTo>
                  <a:pt x="7963" y="49842"/>
                  <a:pt x="5538" y="51907"/>
                  <a:pt x="4620" y="54725"/>
                </a:cubicBezTo>
                <a:cubicBezTo>
                  <a:pt x="3703" y="57543"/>
                  <a:pt x="4457" y="60624"/>
                  <a:pt x="6521" y="62721"/>
                </a:cubicBezTo>
                <a:lnTo>
                  <a:pt x="44009" y="100242"/>
                </a:lnTo>
                <a:lnTo>
                  <a:pt x="35752" y="152640"/>
                </a:lnTo>
                <a:cubicBezTo>
                  <a:pt x="35293" y="155557"/>
                  <a:pt x="36505" y="158506"/>
                  <a:pt x="38897" y="160243"/>
                </a:cubicBezTo>
                <a:cubicBezTo>
                  <a:pt x="41290" y="161980"/>
                  <a:pt x="44435" y="162242"/>
                  <a:pt x="47090" y="160898"/>
                </a:cubicBezTo>
                <a:lnTo>
                  <a:pt x="94409" y="136845"/>
                </a:lnTo>
                <a:lnTo>
                  <a:pt x="141695" y="160898"/>
                </a:lnTo>
                <a:cubicBezTo>
                  <a:pt x="144317" y="162242"/>
                  <a:pt x="147495" y="161980"/>
                  <a:pt x="149888" y="160243"/>
                </a:cubicBezTo>
                <a:cubicBezTo>
                  <a:pt x="152280" y="158506"/>
                  <a:pt x="153492" y="155590"/>
                  <a:pt x="153034" y="152640"/>
                </a:cubicBezTo>
                <a:lnTo>
                  <a:pt x="144743" y="100242"/>
                </a:lnTo>
                <a:lnTo>
                  <a:pt x="182231" y="62721"/>
                </a:lnTo>
                <a:cubicBezTo>
                  <a:pt x="184328" y="60624"/>
                  <a:pt x="185049" y="57543"/>
                  <a:pt x="184132" y="54725"/>
                </a:cubicBezTo>
                <a:cubicBezTo>
                  <a:pt x="183214" y="51907"/>
                  <a:pt x="180822" y="49842"/>
                  <a:pt x="177873" y="49384"/>
                </a:cubicBezTo>
                <a:lnTo>
                  <a:pt x="125507" y="41060"/>
                </a:lnTo>
                <a:lnTo>
                  <a:pt x="101422" y="-619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773651" y="5145248"/>
            <a:ext cx="6291743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 Benefits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9266" y="5518092"/>
            <a:ext cx="2069284" cy="782972"/>
          </a:xfrm>
          <a:custGeom>
            <a:avLst/>
            <a:gdLst/>
            <a:ahLst/>
            <a:cxnLst/>
            <a:rect l="l" t="t" r="r" b="b"/>
            <a:pathLst>
              <a:path w="2069284" h="782972">
                <a:moveTo>
                  <a:pt x="74570" y="0"/>
                </a:moveTo>
                <a:lnTo>
                  <a:pt x="1994714" y="0"/>
                </a:lnTo>
                <a:cubicBezTo>
                  <a:pt x="2035898" y="0"/>
                  <a:pt x="2069284" y="33386"/>
                  <a:pt x="2069284" y="74570"/>
                </a:cubicBezTo>
                <a:lnTo>
                  <a:pt x="2069284" y="708402"/>
                </a:lnTo>
                <a:cubicBezTo>
                  <a:pt x="2069284" y="749586"/>
                  <a:pt x="2035898" y="782972"/>
                  <a:pt x="1994714" y="782972"/>
                </a:cubicBezTo>
                <a:lnTo>
                  <a:pt x="74570" y="782972"/>
                </a:lnTo>
                <a:cubicBezTo>
                  <a:pt x="33386" y="782972"/>
                  <a:pt x="0" y="749586"/>
                  <a:pt x="0" y="708402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005F6B">
              <a:alpha val="5098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01211" y="5629945"/>
            <a:ext cx="1985394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2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495" y="6002789"/>
            <a:ext cx="191082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discovery vs list-based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37491" y="5518092"/>
            <a:ext cx="2069284" cy="782972"/>
          </a:xfrm>
          <a:custGeom>
            <a:avLst/>
            <a:gdLst/>
            <a:ahLst/>
            <a:cxnLst/>
            <a:rect l="l" t="t" r="r" b="b"/>
            <a:pathLst>
              <a:path w="2069284" h="782972">
                <a:moveTo>
                  <a:pt x="74570" y="0"/>
                </a:moveTo>
                <a:lnTo>
                  <a:pt x="1994714" y="0"/>
                </a:lnTo>
                <a:cubicBezTo>
                  <a:pt x="2035898" y="0"/>
                  <a:pt x="2069284" y="33386"/>
                  <a:pt x="2069284" y="74570"/>
                </a:cubicBezTo>
                <a:lnTo>
                  <a:pt x="2069284" y="708402"/>
                </a:lnTo>
                <a:cubicBezTo>
                  <a:pt x="2069284" y="749586"/>
                  <a:pt x="2035898" y="782972"/>
                  <a:pt x="1994714" y="782972"/>
                </a:cubicBezTo>
                <a:lnTo>
                  <a:pt x="74570" y="782972"/>
                </a:lnTo>
                <a:cubicBezTo>
                  <a:pt x="33386" y="782972"/>
                  <a:pt x="0" y="749586"/>
                  <a:pt x="0" y="708402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B58950">
              <a:alpha val="5098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779436" y="5629945"/>
            <a:ext cx="1985394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2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816720" y="6002789"/>
            <a:ext cx="191082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engagement time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15716" y="5518092"/>
            <a:ext cx="2069284" cy="782972"/>
          </a:xfrm>
          <a:custGeom>
            <a:avLst/>
            <a:gdLst/>
            <a:ahLst/>
            <a:cxnLst/>
            <a:rect l="l" t="t" r="r" b="b"/>
            <a:pathLst>
              <a:path w="2069284" h="782972">
                <a:moveTo>
                  <a:pt x="74570" y="0"/>
                </a:moveTo>
                <a:lnTo>
                  <a:pt x="1994714" y="0"/>
                </a:lnTo>
                <a:cubicBezTo>
                  <a:pt x="2035898" y="0"/>
                  <a:pt x="2069284" y="33386"/>
                  <a:pt x="2069284" y="74570"/>
                </a:cubicBezTo>
                <a:lnTo>
                  <a:pt x="2069284" y="708402"/>
                </a:lnTo>
                <a:cubicBezTo>
                  <a:pt x="2069284" y="749586"/>
                  <a:pt x="2035898" y="782972"/>
                  <a:pt x="1994714" y="782972"/>
                </a:cubicBezTo>
                <a:lnTo>
                  <a:pt x="74570" y="782972"/>
                </a:lnTo>
                <a:cubicBezTo>
                  <a:pt x="33386" y="782972"/>
                  <a:pt x="0" y="749586"/>
                  <a:pt x="0" y="708402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E67E22">
              <a:alpha val="5098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57661" y="5629945"/>
            <a:ext cx="1985394" cy="335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2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94945" y="6002789"/>
            <a:ext cx="1910826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conversion rate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54931" y="1491376"/>
            <a:ext cx="4464807" cy="4996110"/>
          </a:xfrm>
          <a:custGeom>
            <a:avLst/>
            <a:gdLst/>
            <a:ahLst/>
            <a:cxnLst/>
            <a:rect l="l" t="t" r="r" b="b"/>
            <a:pathLst>
              <a:path w="4464807" h="4996110">
                <a:moveTo>
                  <a:pt x="111843" y="0"/>
                </a:moveTo>
                <a:lnTo>
                  <a:pt x="4352964" y="0"/>
                </a:lnTo>
                <a:cubicBezTo>
                  <a:pt x="4414733" y="0"/>
                  <a:pt x="4464807" y="50074"/>
                  <a:pt x="4464807" y="111843"/>
                </a:cubicBezTo>
                <a:lnTo>
                  <a:pt x="4464807" y="4884267"/>
                </a:lnTo>
                <a:cubicBezTo>
                  <a:pt x="4464807" y="4946036"/>
                  <a:pt x="4414733" y="4996110"/>
                  <a:pt x="4352964" y="4996110"/>
                </a:cubicBezTo>
                <a:lnTo>
                  <a:pt x="111843" y="4996110"/>
                </a:lnTo>
                <a:cubicBezTo>
                  <a:pt x="50074" y="4996110"/>
                  <a:pt x="0" y="4946036"/>
                  <a:pt x="0" y="4884267"/>
                </a:cubicBezTo>
                <a:lnTo>
                  <a:pt x="0" y="111843"/>
                </a:lnTo>
                <a:cubicBezTo>
                  <a:pt x="0" y="50074"/>
                  <a:pt x="50074" y="0"/>
                  <a:pt x="11184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9817" dist="93211" dir="5400000">
              <a:srgbClr val="000000">
                <a:alpha val="10196"/>
              </a:srgbClr>
            </a:outerShdw>
          </a:effectLst>
        </p:spPr>
      </p:sp>
      <p:pic>
        <p:nvPicPr>
          <p:cNvPr id="45" name="Image 0" descr="https://kimi-web-img.moonshot.cn/img/mapmytravels.app/d70a18ef0c76b7f480194c356c975f233b221175.png">    </p:cNvPr>
          <p:cNvPicPr>
            <a:picLocks noChangeAspect="1"/>
          </p:cNvPicPr>
          <p:nvPr/>
        </p:nvPicPr>
        <p:blipFill>
          <a:blip r:embed="rId1"/>
          <a:srcRect l="21883" r="21883" t="0" b="0"/>
          <a:stretch/>
        </p:blipFill>
        <p:spPr>
          <a:xfrm>
            <a:off x="7354931" y="1491376"/>
            <a:ext cx="4464807" cy="4996110"/>
          </a:xfrm>
          <a:prstGeom prst="roundRect">
            <a:avLst>
              <a:gd name="adj" fmla="val 2505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10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Content Generation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State Descriptions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581650" cy="2952750"/>
          </a:xfrm>
          <a:custGeom>
            <a:avLst/>
            <a:gdLst/>
            <a:ahLst/>
            <a:cxnLst/>
            <a:rect l="l" t="t" r="r" b="b"/>
            <a:pathLst>
              <a:path w="5581650" h="2952750">
                <a:moveTo>
                  <a:pt x="38100" y="0"/>
                </a:moveTo>
                <a:lnTo>
                  <a:pt x="5467349" y="0"/>
                </a:lnTo>
                <a:cubicBezTo>
                  <a:pt x="5530476" y="0"/>
                  <a:pt x="5581650" y="51174"/>
                  <a:pt x="5581650" y="114301"/>
                </a:cubicBezTo>
                <a:lnTo>
                  <a:pt x="5581650" y="2838449"/>
                </a:lnTo>
                <a:cubicBezTo>
                  <a:pt x="5581650" y="2901576"/>
                  <a:pt x="5530476" y="2952750"/>
                  <a:pt x="5467349" y="2952750"/>
                </a:cubicBezTo>
                <a:lnTo>
                  <a:pt x="38100" y="2952750"/>
                </a:lnTo>
                <a:cubicBezTo>
                  <a:pt x="17072" y="2952750"/>
                  <a:pt x="0" y="2935678"/>
                  <a:pt x="0" y="2914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2952750"/>
          </a:xfrm>
          <a:custGeom>
            <a:avLst/>
            <a:gdLst/>
            <a:ahLst/>
            <a:cxnLst/>
            <a:rect l="l" t="t" r="r" b="b"/>
            <a:pathLst>
              <a:path w="38100" h="2952750">
                <a:moveTo>
                  <a:pt x="38100" y="0"/>
                </a:moveTo>
                <a:lnTo>
                  <a:pt x="38100" y="0"/>
                </a:lnTo>
                <a:lnTo>
                  <a:pt x="38100" y="2952750"/>
                </a:lnTo>
                <a:lnTo>
                  <a:pt x="38100" y="2952750"/>
                </a:lnTo>
                <a:cubicBezTo>
                  <a:pt x="17072" y="2952750"/>
                  <a:pt x="0" y="2935678"/>
                  <a:pt x="0" y="2914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7" name="Shape 5"/>
          <p:cNvSpPr/>
          <p:nvPr/>
        </p:nvSpPr>
        <p:spPr>
          <a:xfrm>
            <a:off x="6334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8" name="Text 6"/>
          <p:cNvSpPr/>
          <p:nvPr/>
        </p:nvSpPr>
        <p:spPr>
          <a:xfrm>
            <a:off x="847725" y="1714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Content Creation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AI engine generates rich, contextual descriptions for all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Tunisian governorates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analyzing multiple data sources including historical records, cultural databases, tourism statistics, and local insights.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952750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306705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Facts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3295650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Ancient civilizations, key events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57550" y="2952750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4" name="Text 12"/>
          <p:cNvSpPr/>
          <p:nvPr/>
        </p:nvSpPr>
        <p:spPr>
          <a:xfrm>
            <a:off x="3371850" y="306705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Cultural Highlights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71850" y="3295650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Traditions, festivals, customs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676534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3790834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&amp; Seasons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" y="4019434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patterns, best times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57550" y="3676534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0" name="Text 18"/>
          <p:cNvSpPr/>
          <p:nvPr/>
        </p:nvSpPr>
        <p:spPr>
          <a:xfrm>
            <a:off x="3371850" y="3790834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Cuisine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71850" y="4019434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Signature dishes, specialties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628913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38100" y="0"/>
                </a:moveTo>
                <a:lnTo>
                  <a:pt x="5467345" y="0"/>
                </a:lnTo>
                <a:cubicBezTo>
                  <a:pt x="5530474" y="0"/>
                  <a:pt x="5581650" y="51176"/>
                  <a:pt x="5581650" y="114305"/>
                </a:cubicBezTo>
                <a:lnTo>
                  <a:pt x="5581650" y="1638295"/>
                </a:lnTo>
                <a:cubicBezTo>
                  <a:pt x="5581650" y="1701424"/>
                  <a:pt x="5530474" y="1752600"/>
                  <a:pt x="5467345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0050" y="4628913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3413" y="48575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5" name="Text 23"/>
          <p:cNvSpPr/>
          <p:nvPr/>
        </p:nvSpPr>
        <p:spPr>
          <a:xfrm>
            <a:off x="847725" y="4819413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Content Updates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" y="5200413"/>
            <a:ext cx="5257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continuously updates descriptions based on seasonal trends, current events, and user feedback. Content remains fresh and relevant year-round, automatically adjusting for festivals, weather changes, and emerging attractions.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1524000"/>
            <a:ext cx="5600700" cy="2514600"/>
          </a:xfrm>
          <a:custGeom>
            <a:avLst/>
            <a:gdLst/>
            <a:ahLst/>
            <a:cxnLst/>
            <a:rect l="l" t="t" r="r" b="b"/>
            <a:pathLst>
              <a:path w="5600700" h="2514600">
                <a:moveTo>
                  <a:pt x="114289" y="0"/>
                </a:moveTo>
                <a:lnTo>
                  <a:pt x="5486411" y="0"/>
                </a:lnTo>
                <a:cubicBezTo>
                  <a:pt x="5549489" y="0"/>
                  <a:pt x="5600700" y="51211"/>
                  <a:pt x="5600700" y="114289"/>
                </a:cubicBezTo>
                <a:lnTo>
                  <a:pt x="5600700" y="2400311"/>
                </a:lnTo>
                <a:cubicBezTo>
                  <a:pt x="5600700" y="2463431"/>
                  <a:pt x="5549531" y="2514600"/>
                  <a:pt x="5486411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7145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Generation Stats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15075" y="2133600"/>
            <a:ext cx="270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7463" y="2552700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Governorates Covered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01125" y="2133600"/>
            <a:ext cx="270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53513" y="2552700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Languages Supported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293370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Creation Time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07591" y="289560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-99%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0" y="32766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 Optimization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203306" y="3238500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36195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Frequency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891957" y="358140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0300" y="4191000"/>
            <a:ext cx="5600700" cy="1028700"/>
          </a:xfrm>
          <a:custGeom>
            <a:avLst/>
            <a:gdLst/>
            <a:ahLst/>
            <a:cxnLst/>
            <a:rect l="l" t="t" r="r" b="b"/>
            <a:pathLst>
              <a:path w="5600700" h="1028700">
                <a:moveTo>
                  <a:pt x="114299" y="0"/>
                </a:moveTo>
                <a:lnTo>
                  <a:pt x="5486401" y="0"/>
                </a:lnTo>
                <a:cubicBezTo>
                  <a:pt x="5549527" y="0"/>
                  <a:pt x="5600700" y="51173"/>
                  <a:pt x="5600700" y="114299"/>
                </a:cubicBezTo>
                <a:lnTo>
                  <a:pt x="5600700" y="914401"/>
                </a:lnTo>
                <a:cubicBezTo>
                  <a:pt x="5600700" y="977527"/>
                  <a:pt x="5549527" y="1028700"/>
                  <a:pt x="54864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13897" y="4429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3578" y="0"/>
                </a:moveTo>
                <a:cubicBezTo>
                  <a:pt x="59505" y="0"/>
                  <a:pt x="64294" y="4789"/>
                  <a:pt x="64294" y="10716"/>
                </a:cubicBezTo>
                <a:lnTo>
                  <a:pt x="64294" y="21431"/>
                </a:lnTo>
                <a:lnTo>
                  <a:pt x="107156" y="21431"/>
                </a:lnTo>
                <a:cubicBezTo>
                  <a:pt x="113083" y="21431"/>
                  <a:pt x="117872" y="26220"/>
                  <a:pt x="117872" y="32147"/>
                </a:cubicBezTo>
                <a:cubicBezTo>
                  <a:pt x="117872" y="38074"/>
                  <a:pt x="113083" y="42863"/>
                  <a:pt x="107156" y="42863"/>
                </a:cubicBezTo>
                <a:lnTo>
                  <a:pt x="103942" y="42863"/>
                </a:lnTo>
                <a:lnTo>
                  <a:pt x="101129" y="50598"/>
                </a:lnTo>
                <a:cubicBezTo>
                  <a:pt x="95637" y="65734"/>
                  <a:pt x="87366" y="79564"/>
                  <a:pt x="76952" y="91451"/>
                </a:cubicBezTo>
                <a:cubicBezTo>
                  <a:pt x="81707" y="94398"/>
                  <a:pt x="86663" y="97010"/>
                  <a:pt x="91820" y="99320"/>
                </a:cubicBezTo>
                <a:lnTo>
                  <a:pt x="108697" y="106821"/>
                </a:lnTo>
                <a:lnTo>
                  <a:pt x="129525" y="59941"/>
                </a:lnTo>
                <a:cubicBezTo>
                  <a:pt x="131233" y="56056"/>
                  <a:pt x="135084" y="53578"/>
                  <a:pt x="139303" y="53578"/>
                </a:cubicBezTo>
                <a:cubicBezTo>
                  <a:pt x="143522" y="53578"/>
                  <a:pt x="147373" y="56056"/>
                  <a:pt x="149081" y="59941"/>
                </a:cubicBezTo>
                <a:lnTo>
                  <a:pt x="191944" y="156381"/>
                </a:lnTo>
                <a:cubicBezTo>
                  <a:pt x="194355" y="161806"/>
                  <a:pt x="191910" y="168135"/>
                  <a:pt x="186519" y="170512"/>
                </a:cubicBezTo>
                <a:cubicBezTo>
                  <a:pt x="181128" y="172890"/>
                  <a:pt x="174765" y="170479"/>
                  <a:pt x="172388" y="165088"/>
                </a:cubicBezTo>
                <a:lnTo>
                  <a:pt x="165690" y="150019"/>
                </a:lnTo>
                <a:lnTo>
                  <a:pt x="112949" y="150019"/>
                </a:lnTo>
                <a:lnTo>
                  <a:pt x="106252" y="165088"/>
                </a:lnTo>
                <a:cubicBezTo>
                  <a:pt x="103841" y="170512"/>
                  <a:pt x="97512" y="172923"/>
                  <a:pt x="92121" y="170512"/>
                </a:cubicBezTo>
                <a:cubicBezTo>
                  <a:pt x="86730" y="168101"/>
                  <a:pt x="84285" y="161772"/>
                  <a:pt x="86696" y="156381"/>
                </a:cubicBezTo>
                <a:lnTo>
                  <a:pt x="100024" y="126411"/>
                </a:lnTo>
                <a:lnTo>
                  <a:pt x="83147" y="118910"/>
                </a:lnTo>
                <a:cubicBezTo>
                  <a:pt x="75445" y="115494"/>
                  <a:pt x="68078" y="111409"/>
                  <a:pt x="61113" y="106721"/>
                </a:cubicBezTo>
                <a:cubicBezTo>
                  <a:pt x="53980" y="112481"/>
                  <a:pt x="46178" y="117504"/>
                  <a:pt x="37840" y="121689"/>
                </a:cubicBezTo>
                <a:lnTo>
                  <a:pt x="26220" y="127449"/>
                </a:lnTo>
                <a:cubicBezTo>
                  <a:pt x="20929" y="130094"/>
                  <a:pt x="14500" y="127951"/>
                  <a:pt x="11854" y="122660"/>
                </a:cubicBezTo>
                <a:cubicBezTo>
                  <a:pt x="9209" y="117370"/>
                  <a:pt x="11352" y="110940"/>
                  <a:pt x="16643" y="108295"/>
                </a:cubicBezTo>
                <a:lnTo>
                  <a:pt x="28195" y="102502"/>
                </a:lnTo>
                <a:cubicBezTo>
                  <a:pt x="33654" y="99756"/>
                  <a:pt x="38844" y="96575"/>
                  <a:pt x="43733" y="93025"/>
                </a:cubicBezTo>
                <a:cubicBezTo>
                  <a:pt x="39112" y="88772"/>
                  <a:pt x="34759" y="84185"/>
                  <a:pt x="30707" y="79329"/>
                </a:cubicBezTo>
                <a:lnTo>
                  <a:pt x="27325" y="75244"/>
                </a:lnTo>
                <a:cubicBezTo>
                  <a:pt x="23541" y="70690"/>
                  <a:pt x="24144" y="63925"/>
                  <a:pt x="28698" y="60141"/>
                </a:cubicBezTo>
                <a:cubicBezTo>
                  <a:pt x="33252" y="56357"/>
                  <a:pt x="40016" y="56960"/>
                  <a:pt x="43800" y="61514"/>
                </a:cubicBezTo>
                <a:lnTo>
                  <a:pt x="47216" y="65600"/>
                </a:lnTo>
                <a:cubicBezTo>
                  <a:pt x="51067" y="70254"/>
                  <a:pt x="55286" y="74574"/>
                  <a:pt x="59740" y="78559"/>
                </a:cubicBezTo>
                <a:cubicBezTo>
                  <a:pt x="68948" y="68379"/>
                  <a:pt x="76215" y="56424"/>
                  <a:pt x="81003" y="43264"/>
                </a:cubicBezTo>
                <a:lnTo>
                  <a:pt x="81171" y="42862"/>
                </a:lnTo>
                <a:lnTo>
                  <a:pt x="10749" y="42862"/>
                </a:lnTo>
                <a:cubicBezTo>
                  <a:pt x="4789" y="42863"/>
                  <a:pt x="0" y="38074"/>
                  <a:pt x="0" y="32147"/>
                </a:cubicBezTo>
                <a:cubicBezTo>
                  <a:pt x="0" y="26220"/>
                  <a:pt x="4789" y="21431"/>
                  <a:pt x="10716" y="21431"/>
                </a:cubicBezTo>
                <a:lnTo>
                  <a:pt x="42863" y="21431"/>
                </a:lnTo>
                <a:lnTo>
                  <a:pt x="42863" y="10716"/>
                </a:lnTo>
                <a:cubicBezTo>
                  <a:pt x="42863" y="4789"/>
                  <a:pt x="47651" y="0"/>
                  <a:pt x="53578" y="0"/>
                </a:cubicBezTo>
                <a:close/>
                <a:moveTo>
                  <a:pt x="139303" y="90681"/>
                </a:moveTo>
                <a:lnTo>
                  <a:pt x="122460" y="128588"/>
                </a:lnTo>
                <a:lnTo>
                  <a:pt x="156147" y="128588"/>
                </a:lnTo>
                <a:lnTo>
                  <a:pt x="139303" y="90681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6619875" y="43815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4762500"/>
            <a:ext cx="600075" cy="266700"/>
          </a:xfrm>
          <a:custGeom>
            <a:avLst/>
            <a:gdLst/>
            <a:ahLst/>
            <a:cxnLst/>
            <a:rect l="l" t="t" r="r" b="b"/>
            <a:pathLst>
              <a:path w="600075" h="266700">
                <a:moveTo>
                  <a:pt x="133350" y="0"/>
                </a:moveTo>
                <a:lnTo>
                  <a:pt x="466725" y="0"/>
                </a:lnTo>
                <a:cubicBezTo>
                  <a:pt x="540323" y="0"/>
                  <a:pt x="600075" y="59752"/>
                  <a:pt x="600075" y="133350"/>
                </a:cubicBezTo>
                <a:lnTo>
                  <a:pt x="600075" y="133350"/>
                </a:lnTo>
                <a:cubicBezTo>
                  <a:pt x="600075" y="206948"/>
                  <a:pt x="540323" y="266700"/>
                  <a:pt x="466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4762500"/>
            <a:ext cx="666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Arabic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78742" y="4762500"/>
            <a:ext cx="619125" cy="266700"/>
          </a:xfrm>
          <a:custGeom>
            <a:avLst/>
            <a:gdLst/>
            <a:ahLst/>
            <a:cxnLst/>
            <a:rect l="l" t="t" r="r" b="b"/>
            <a:pathLst>
              <a:path w="619125" h="266700">
                <a:moveTo>
                  <a:pt x="133350" y="0"/>
                </a:moveTo>
                <a:lnTo>
                  <a:pt x="485775" y="0"/>
                </a:lnTo>
                <a:cubicBezTo>
                  <a:pt x="559373" y="0"/>
                  <a:pt x="619125" y="59752"/>
                  <a:pt x="619125" y="133350"/>
                </a:cubicBezTo>
                <a:lnTo>
                  <a:pt x="619125" y="133350"/>
                </a:lnTo>
                <a:cubicBezTo>
                  <a:pt x="619125" y="206948"/>
                  <a:pt x="559373" y="266700"/>
                  <a:pt x="485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078742" y="4762500"/>
            <a:ext cx="685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French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776210" y="4762500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67E22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776210" y="4762500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84394" y="47625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84394" y="4762500"/>
            <a:ext cx="752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German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49013" y="4762500"/>
            <a:ext cx="571500" cy="266700"/>
          </a:xfrm>
          <a:custGeom>
            <a:avLst/>
            <a:gdLst/>
            <a:ahLst/>
            <a:cxnLst/>
            <a:rect l="l" t="t" r="r" b="b"/>
            <a:pathLst>
              <a:path w="571500" h="266700">
                <a:moveTo>
                  <a:pt x="133350" y="0"/>
                </a:moveTo>
                <a:lnTo>
                  <a:pt x="438150" y="0"/>
                </a:lnTo>
                <a:cubicBezTo>
                  <a:pt x="511748" y="0"/>
                  <a:pt x="571500" y="59752"/>
                  <a:pt x="571500" y="133350"/>
                </a:cubicBezTo>
                <a:lnTo>
                  <a:pt x="571500" y="133350"/>
                </a:lnTo>
                <a:cubicBezTo>
                  <a:pt x="571500" y="206948"/>
                  <a:pt x="511748" y="266700"/>
                  <a:pt x="4381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249013" y="4762500"/>
            <a:ext cx="638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Italian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10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Content Generation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Hotel Description Engine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6781800" cy="3333750"/>
          </a:xfrm>
          <a:custGeom>
            <a:avLst/>
            <a:gdLst/>
            <a:ahLst/>
            <a:cxnLst/>
            <a:rect l="l" t="t" r="r" b="b"/>
            <a:pathLst>
              <a:path w="6781800" h="3333750">
                <a:moveTo>
                  <a:pt x="114314" y="0"/>
                </a:moveTo>
                <a:lnTo>
                  <a:pt x="6667486" y="0"/>
                </a:lnTo>
                <a:cubicBezTo>
                  <a:pt x="6730620" y="0"/>
                  <a:pt x="6781800" y="51180"/>
                  <a:pt x="6781800" y="114314"/>
                </a:cubicBezTo>
                <a:lnTo>
                  <a:pt x="6781800" y="3219436"/>
                </a:lnTo>
                <a:cubicBezTo>
                  <a:pt x="6781800" y="3282570"/>
                  <a:pt x="6730620" y="3333750"/>
                  <a:pt x="6667486" y="3333750"/>
                </a:cubicBezTo>
                <a:lnTo>
                  <a:pt x="114314" y="3333750"/>
                </a:lnTo>
                <a:cubicBezTo>
                  <a:pt x="51180" y="3333750"/>
                  <a:pt x="0" y="3282570"/>
                  <a:pt x="0" y="3219436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53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953" y="8930"/>
                </a:moveTo>
                <a:cubicBezTo>
                  <a:pt x="5953" y="3981"/>
                  <a:pt x="9934" y="0"/>
                  <a:pt x="14883" y="0"/>
                </a:cubicBezTo>
                <a:lnTo>
                  <a:pt x="175617" y="0"/>
                </a:lnTo>
                <a:cubicBezTo>
                  <a:pt x="180566" y="0"/>
                  <a:pt x="184547" y="3981"/>
                  <a:pt x="184547" y="8930"/>
                </a:cubicBezTo>
                <a:cubicBezTo>
                  <a:pt x="184547" y="13878"/>
                  <a:pt x="180566" y="17859"/>
                  <a:pt x="175617" y="17859"/>
                </a:cubicBezTo>
                <a:lnTo>
                  <a:pt x="172641" y="17859"/>
                </a:lnTo>
                <a:lnTo>
                  <a:pt x="172641" y="172641"/>
                </a:lnTo>
                <a:lnTo>
                  <a:pt x="175617" y="172641"/>
                </a:lnTo>
                <a:cubicBezTo>
                  <a:pt x="180566" y="172641"/>
                  <a:pt x="184547" y="176622"/>
                  <a:pt x="184547" y="181570"/>
                </a:cubicBezTo>
                <a:cubicBezTo>
                  <a:pt x="184547" y="186519"/>
                  <a:pt x="180566" y="190500"/>
                  <a:pt x="175617" y="190500"/>
                </a:cubicBezTo>
                <a:lnTo>
                  <a:pt x="14883" y="190500"/>
                </a:lnTo>
                <a:cubicBezTo>
                  <a:pt x="9934" y="190500"/>
                  <a:pt x="5953" y="186519"/>
                  <a:pt x="5953" y="181570"/>
                </a:cubicBezTo>
                <a:cubicBezTo>
                  <a:pt x="5953" y="176622"/>
                  <a:pt x="9934" y="172641"/>
                  <a:pt x="14883" y="172641"/>
                </a:cubicBezTo>
                <a:lnTo>
                  <a:pt x="17859" y="172641"/>
                </a:lnTo>
                <a:lnTo>
                  <a:pt x="17859" y="17859"/>
                </a:lnTo>
                <a:lnTo>
                  <a:pt x="14883" y="17859"/>
                </a:lnTo>
                <a:cubicBezTo>
                  <a:pt x="9934" y="17859"/>
                  <a:pt x="5953" y="13878"/>
                  <a:pt x="5953" y="8930"/>
                </a:cubicBezTo>
                <a:close/>
                <a:moveTo>
                  <a:pt x="83344" y="41672"/>
                </a:moveTo>
                <a:lnTo>
                  <a:pt x="83344" y="53578"/>
                </a:lnTo>
                <a:cubicBezTo>
                  <a:pt x="83344" y="56852"/>
                  <a:pt x="86023" y="59531"/>
                  <a:pt x="89297" y="59531"/>
                </a:cubicBezTo>
                <a:lnTo>
                  <a:pt x="101203" y="59531"/>
                </a:lnTo>
                <a:cubicBezTo>
                  <a:pt x="104477" y="59531"/>
                  <a:pt x="107156" y="56852"/>
                  <a:pt x="107156" y="53578"/>
                </a:cubicBezTo>
                <a:lnTo>
                  <a:pt x="107156" y="41672"/>
                </a:lnTo>
                <a:cubicBezTo>
                  <a:pt x="107156" y="38398"/>
                  <a:pt x="104477" y="35719"/>
                  <a:pt x="101203" y="35719"/>
                </a:cubicBezTo>
                <a:lnTo>
                  <a:pt x="89297" y="35719"/>
                </a:lnTo>
                <a:cubicBezTo>
                  <a:pt x="86023" y="35719"/>
                  <a:pt x="83344" y="38398"/>
                  <a:pt x="83344" y="41672"/>
                </a:cubicBezTo>
                <a:close/>
                <a:moveTo>
                  <a:pt x="47625" y="35719"/>
                </a:moveTo>
                <a:cubicBezTo>
                  <a:pt x="44351" y="35719"/>
                  <a:pt x="41672" y="38398"/>
                  <a:pt x="41672" y="41672"/>
                </a:cubicBezTo>
                <a:lnTo>
                  <a:pt x="41672" y="53578"/>
                </a:lnTo>
                <a:cubicBezTo>
                  <a:pt x="41672" y="56852"/>
                  <a:pt x="44351" y="59531"/>
                  <a:pt x="47625" y="59531"/>
                </a:cubicBezTo>
                <a:lnTo>
                  <a:pt x="59531" y="59531"/>
                </a:lnTo>
                <a:cubicBezTo>
                  <a:pt x="62805" y="59531"/>
                  <a:pt x="65484" y="56852"/>
                  <a:pt x="65484" y="53578"/>
                </a:cubicBezTo>
                <a:lnTo>
                  <a:pt x="65484" y="41672"/>
                </a:lnTo>
                <a:cubicBezTo>
                  <a:pt x="65484" y="38398"/>
                  <a:pt x="62805" y="35719"/>
                  <a:pt x="59531" y="35719"/>
                </a:cubicBezTo>
                <a:lnTo>
                  <a:pt x="47625" y="35719"/>
                </a:lnTo>
                <a:close/>
                <a:moveTo>
                  <a:pt x="83344" y="77391"/>
                </a:moveTo>
                <a:lnTo>
                  <a:pt x="83344" y="89297"/>
                </a:lnTo>
                <a:cubicBezTo>
                  <a:pt x="83344" y="92571"/>
                  <a:pt x="86023" y="95250"/>
                  <a:pt x="89297" y="95250"/>
                </a:cubicBezTo>
                <a:lnTo>
                  <a:pt x="101203" y="95250"/>
                </a:lnTo>
                <a:cubicBezTo>
                  <a:pt x="104477" y="95250"/>
                  <a:pt x="107156" y="92571"/>
                  <a:pt x="107156" y="89297"/>
                </a:cubicBezTo>
                <a:lnTo>
                  <a:pt x="107156" y="77391"/>
                </a:lnTo>
                <a:cubicBezTo>
                  <a:pt x="107156" y="74116"/>
                  <a:pt x="104477" y="71438"/>
                  <a:pt x="101203" y="71438"/>
                </a:cubicBezTo>
                <a:lnTo>
                  <a:pt x="89297" y="71438"/>
                </a:lnTo>
                <a:cubicBezTo>
                  <a:pt x="86023" y="71438"/>
                  <a:pt x="83344" y="74116"/>
                  <a:pt x="83344" y="77391"/>
                </a:cubicBezTo>
                <a:close/>
                <a:moveTo>
                  <a:pt x="130969" y="35719"/>
                </a:moveTo>
                <a:cubicBezTo>
                  <a:pt x="127695" y="35719"/>
                  <a:pt x="125016" y="38398"/>
                  <a:pt x="125016" y="41672"/>
                </a:cubicBezTo>
                <a:lnTo>
                  <a:pt x="125016" y="53578"/>
                </a:lnTo>
                <a:cubicBezTo>
                  <a:pt x="125016" y="56852"/>
                  <a:pt x="127695" y="59531"/>
                  <a:pt x="130969" y="59531"/>
                </a:cubicBezTo>
                <a:lnTo>
                  <a:pt x="142875" y="59531"/>
                </a:lnTo>
                <a:cubicBezTo>
                  <a:pt x="146149" y="59531"/>
                  <a:pt x="148828" y="56852"/>
                  <a:pt x="148828" y="53578"/>
                </a:cubicBezTo>
                <a:lnTo>
                  <a:pt x="148828" y="41672"/>
                </a:lnTo>
                <a:cubicBezTo>
                  <a:pt x="148828" y="38398"/>
                  <a:pt x="146149" y="35719"/>
                  <a:pt x="142875" y="35719"/>
                </a:cubicBezTo>
                <a:lnTo>
                  <a:pt x="130969" y="35719"/>
                </a:lnTo>
                <a:close/>
                <a:moveTo>
                  <a:pt x="41672" y="77391"/>
                </a:moveTo>
                <a:lnTo>
                  <a:pt x="41672" y="89297"/>
                </a:lnTo>
                <a:cubicBezTo>
                  <a:pt x="41672" y="92571"/>
                  <a:pt x="44351" y="95250"/>
                  <a:pt x="47625" y="95250"/>
                </a:cubicBezTo>
                <a:lnTo>
                  <a:pt x="59531" y="95250"/>
                </a:lnTo>
                <a:cubicBezTo>
                  <a:pt x="62805" y="95250"/>
                  <a:pt x="65484" y="92571"/>
                  <a:pt x="65484" y="89297"/>
                </a:cubicBezTo>
                <a:lnTo>
                  <a:pt x="65484" y="77391"/>
                </a:lnTo>
                <a:cubicBezTo>
                  <a:pt x="65484" y="74116"/>
                  <a:pt x="62805" y="71438"/>
                  <a:pt x="59531" y="71438"/>
                </a:cubicBezTo>
                <a:lnTo>
                  <a:pt x="47625" y="71438"/>
                </a:lnTo>
                <a:cubicBezTo>
                  <a:pt x="44351" y="71438"/>
                  <a:pt x="41672" y="74116"/>
                  <a:pt x="41672" y="77391"/>
                </a:cubicBezTo>
                <a:close/>
                <a:moveTo>
                  <a:pt x="130969" y="71438"/>
                </a:moveTo>
                <a:cubicBezTo>
                  <a:pt x="127695" y="71438"/>
                  <a:pt x="125016" y="74116"/>
                  <a:pt x="125016" y="77391"/>
                </a:cubicBezTo>
                <a:lnTo>
                  <a:pt x="125016" y="89297"/>
                </a:lnTo>
                <a:cubicBezTo>
                  <a:pt x="125016" y="92571"/>
                  <a:pt x="127695" y="95250"/>
                  <a:pt x="130969" y="95250"/>
                </a:cubicBezTo>
                <a:lnTo>
                  <a:pt x="142875" y="95250"/>
                </a:lnTo>
                <a:cubicBezTo>
                  <a:pt x="146149" y="95250"/>
                  <a:pt x="148828" y="92571"/>
                  <a:pt x="148828" y="89297"/>
                </a:cubicBezTo>
                <a:lnTo>
                  <a:pt x="148828" y="77391"/>
                </a:lnTo>
                <a:cubicBezTo>
                  <a:pt x="148828" y="74116"/>
                  <a:pt x="146149" y="71438"/>
                  <a:pt x="142875" y="71438"/>
                </a:cubicBezTo>
                <a:lnTo>
                  <a:pt x="130969" y="71438"/>
                </a:lnTo>
                <a:close/>
                <a:moveTo>
                  <a:pt x="107156" y="142875"/>
                </a:moveTo>
                <a:lnTo>
                  <a:pt x="123453" y="142875"/>
                </a:lnTo>
                <a:cubicBezTo>
                  <a:pt x="127136" y="142875"/>
                  <a:pt x="129964" y="139526"/>
                  <a:pt x="128662" y="136103"/>
                </a:cubicBezTo>
                <a:cubicBezTo>
                  <a:pt x="123527" y="122672"/>
                  <a:pt x="110505" y="113109"/>
                  <a:pt x="95287" y="113109"/>
                </a:cubicBezTo>
                <a:cubicBezTo>
                  <a:pt x="80070" y="113109"/>
                  <a:pt x="67047" y="122672"/>
                  <a:pt x="61913" y="136103"/>
                </a:cubicBezTo>
                <a:cubicBezTo>
                  <a:pt x="60610" y="139526"/>
                  <a:pt x="63438" y="142875"/>
                  <a:pt x="67121" y="142875"/>
                </a:cubicBezTo>
                <a:lnTo>
                  <a:pt x="83418" y="142875"/>
                </a:lnTo>
                <a:lnTo>
                  <a:pt x="83418" y="172641"/>
                </a:lnTo>
                <a:lnTo>
                  <a:pt x="107231" y="172641"/>
                </a:lnTo>
                <a:lnTo>
                  <a:pt x="107231" y="142875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7" name="Text 5"/>
          <p:cNvSpPr/>
          <p:nvPr/>
        </p:nvSpPr>
        <p:spPr>
          <a:xfrm>
            <a:off x="809625" y="1714500"/>
            <a:ext cx="625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Property Content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133600"/>
            <a:ext cx="6477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AI analyzes hotel data from multiple sources—property details, amenities, guest reviews, location context, nearby attractions—to generate compelling, personalized descriptions that resonate with different traveler segments.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2930" y="3028950"/>
            <a:ext cx="3135630" cy="1638300"/>
          </a:xfrm>
          <a:custGeom>
            <a:avLst/>
            <a:gdLst/>
            <a:ahLst/>
            <a:cxnLst/>
            <a:rect l="l" t="t" r="r" b="b"/>
            <a:pathLst>
              <a:path w="3135630" h="1638300">
                <a:moveTo>
                  <a:pt x="22860" y="0"/>
                </a:moveTo>
                <a:lnTo>
                  <a:pt x="3059433" y="0"/>
                </a:lnTo>
                <a:cubicBezTo>
                  <a:pt x="3101515" y="0"/>
                  <a:pt x="3135630" y="34115"/>
                  <a:pt x="3135630" y="76197"/>
                </a:cubicBezTo>
                <a:lnTo>
                  <a:pt x="3135630" y="1562103"/>
                </a:lnTo>
                <a:cubicBezTo>
                  <a:pt x="3135630" y="1604185"/>
                  <a:pt x="3101515" y="1638300"/>
                  <a:pt x="3059433" y="1638300"/>
                </a:cubicBezTo>
                <a:lnTo>
                  <a:pt x="22860" y="1638300"/>
                </a:lnTo>
                <a:cubicBezTo>
                  <a:pt x="10235" y="1638300"/>
                  <a:pt x="0" y="1628065"/>
                  <a:pt x="0" y="1615440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0" name="Shape 8"/>
          <p:cNvSpPr/>
          <p:nvPr/>
        </p:nvSpPr>
        <p:spPr>
          <a:xfrm>
            <a:off x="582930" y="3028950"/>
            <a:ext cx="22860" cy="1638300"/>
          </a:xfrm>
          <a:custGeom>
            <a:avLst/>
            <a:gdLst/>
            <a:ahLst/>
            <a:cxnLst/>
            <a:rect l="l" t="t" r="r" b="b"/>
            <a:pathLst>
              <a:path w="22860" h="1638300">
                <a:moveTo>
                  <a:pt x="22860" y="0"/>
                </a:moveTo>
                <a:lnTo>
                  <a:pt x="22860" y="0"/>
                </a:lnTo>
                <a:lnTo>
                  <a:pt x="22860" y="1638300"/>
                </a:lnTo>
                <a:lnTo>
                  <a:pt x="22860" y="1638300"/>
                </a:lnTo>
                <a:cubicBezTo>
                  <a:pt x="10235" y="1638300"/>
                  <a:pt x="0" y="1628065"/>
                  <a:pt x="0" y="1615440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11" name="Shape 9"/>
          <p:cNvSpPr/>
          <p:nvPr/>
        </p:nvSpPr>
        <p:spPr>
          <a:xfrm>
            <a:off x="737235" y="3181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12" name="Text 10"/>
          <p:cNvSpPr/>
          <p:nvPr/>
        </p:nvSpPr>
        <p:spPr>
          <a:xfrm>
            <a:off x="899160" y="314325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" y="34480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Official hotel websites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" y="36766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Guest reviews &amp; ratings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" y="39052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Property amenities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" y="41338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Location coordinates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" y="43624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Nearby attractions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0" y="3028950"/>
            <a:ext cx="3135630" cy="1638300"/>
          </a:xfrm>
          <a:custGeom>
            <a:avLst/>
            <a:gdLst/>
            <a:ahLst/>
            <a:cxnLst/>
            <a:rect l="l" t="t" r="r" b="b"/>
            <a:pathLst>
              <a:path w="3135630" h="1638300">
                <a:moveTo>
                  <a:pt x="22860" y="0"/>
                </a:moveTo>
                <a:lnTo>
                  <a:pt x="3059433" y="0"/>
                </a:lnTo>
                <a:cubicBezTo>
                  <a:pt x="3101515" y="0"/>
                  <a:pt x="3135630" y="34115"/>
                  <a:pt x="3135630" y="76197"/>
                </a:cubicBezTo>
                <a:lnTo>
                  <a:pt x="3135630" y="1562103"/>
                </a:lnTo>
                <a:cubicBezTo>
                  <a:pt x="3135630" y="1604185"/>
                  <a:pt x="3101515" y="1638300"/>
                  <a:pt x="3059433" y="1638300"/>
                </a:cubicBezTo>
                <a:lnTo>
                  <a:pt x="22860" y="1638300"/>
                </a:lnTo>
                <a:cubicBezTo>
                  <a:pt x="10235" y="1638300"/>
                  <a:pt x="0" y="1628065"/>
                  <a:pt x="0" y="1615440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3028950"/>
            <a:ext cx="22860" cy="1638300"/>
          </a:xfrm>
          <a:custGeom>
            <a:avLst/>
            <a:gdLst/>
            <a:ahLst/>
            <a:cxnLst/>
            <a:rect l="l" t="t" r="r" b="b"/>
            <a:pathLst>
              <a:path w="22860" h="1638300">
                <a:moveTo>
                  <a:pt x="22860" y="0"/>
                </a:moveTo>
                <a:lnTo>
                  <a:pt x="22860" y="0"/>
                </a:lnTo>
                <a:lnTo>
                  <a:pt x="22860" y="1638300"/>
                </a:lnTo>
                <a:lnTo>
                  <a:pt x="22860" y="1638300"/>
                </a:lnTo>
                <a:cubicBezTo>
                  <a:pt x="10235" y="1638300"/>
                  <a:pt x="0" y="1628065"/>
                  <a:pt x="0" y="1615440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0" name="Shape 18"/>
          <p:cNvSpPr/>
          <p:nvPr/>
        </p:nvSpPr>
        <p:spPr>
          <a:xfrm>
            <a:off x="3966210" y="31813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156710" y="314325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Variants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66210" y="34480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Business travelers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66210" y="36766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Leisure &amp; families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66210" y="39052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Couples &amp; honeymooners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66210" y="41338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Adventure seekers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66210" y="43624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Luxury preferences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5010150"/>
            <a:ext cx="6781800" cy="1219200"/>
          </a:xfrm>
          <a:custGeom>
            <a:avLst/>
            <a:gdLst/>
            <a:ahLst/>
            <a:cxnLst/>
            <a:rect l="l" t="t" r="r" b="b"/>
            <a:pathLst>
              <a:path w="6781800" h="1219200">
                <a:moveTo>
                  <a:pt x="114300" y="0"/>
                </a:moveTo>
                <a:lnTo>
                  <a:pt x="6667500" y="0"/>
                </a:lnTo>
                <a:cubicBezTo>
                  <a:pt x="6730584" y="0"/>
                  <a:pt x="6781800" y="51216"/>
                  <a:pt x="6781800" y="114300"/>
                </a:cubicBezTo>
                <a:lnTo>
                  <a:pt x="6781800" y="1104900"/>
                </a:lnTo>
                <a:cubicBezTo>
                  <a:pt x="6781800" y="1167984"/>
                  <a:pt x="6730584" y="1219200"/>
                  <a:pt x="66675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028" y="52482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42863" y="37505"/>
                </a:moveTo>
                <a:cubicBezTo>
                  <a:pt x="51734" y="37505"/>
                  <a:pt x="58936" y="44707"/>
                  <a:pt x="58936" y="53578"/>
                </a:cubicBezTo>
                <a:cubicBezTo>
                  <a:pt x="58936" y="62449"/>
                  <a:pt x="51734" y="69652"/>
                  <a:pt x="42863" y="69652"/>
                </a:cubicBezTo>
                <a:cubicBezTo>
                  <a:pt x="33991" y="69652"/>
                  <a:pt x="26789" y="62449"/>
                  <a:pt x="26789" y="53578"/>
                </a:cubicBezTo>
                <a:cubicBezTo>
                  <a:pt x="26789" y="44707"/>
                  <a:pt x="33991" y="37505"/>
                  <a:pt x="42863" y="37505"/>
                </a:cubicBezTo>
                <a:close/>
                <a:moveTo>
                  <a:pt x="91083" y="75009"/>
                </a:moveTo>
                <a:cubicBezTo>
                  <a:pt x="93896" y="75009"/>
                  <a:pt x="96474" y="76483"/>
                  <a:pt x="97948" y="78860"/>
                </a:cubicBezTo>
                <a:lnTo>
                  <a:pt x="127415" y="127081"/>
                </a:lnTo>
                <a:cubicBezTo>
                  <a:pt x="128922" y="129559"/>
                  <a:pt x="128989" y="132673"/>
                  <a:pt x="127583" y="135218"/>
                </a:cubicBezTo>
                <a:cubicBezTo>
                  <a:pt x="126176" y="137763"/>
                  <a:pt x="123464" y="139303"/>
                  <a:pt x="120551" y="139303"/>
                </a:cubicBezTo>
                <a:lnTo>
                  <a:pt x="29468" y="139303"/>
                </a:lnTo>
                <a:cubicBezTo>
                  <a:pt x="26488" y="139303"/>
                  <a:pt x="23708" y="137629"/>
                  <a:pt x="22335" y="134983"/>
                </a:cubicBezTo>
                <a:cubicBezTo>
                  <a:pt x="20962" y="132338"/>
                  <a:pt x="21163" y="129123"/>
                  <a:pt x="22871" y="126679"/>
                </a:cubicBezTo>
                <a:lnTo>
                  <a:pt x="41624" y="99890"/>
                </a:lnTo>
                <a:cubicBezTo>
                  <a:pt x="43130" y="97747"/>
                  <a:pt x="45575" y="96474"/>
                  <a:pt x="48220" y="96474"/>
                </a:cubicBezTo>
                <a:cubicBezTo>
                  <a:pt x="50866" y="96474"/>
                  <a:pt x="53310" y="97747"/>
                  <a:pt x="54817" y="99890"/>
                </a:cubicBezTo>
                <a:lnTo>
                  <a:pt x="63658" y="112548"/>
                </a:lnTo>
                <a:lnTo>
                  <a:pt x="84218" y="78894"/>
                </a:lnTo>
                <a:cubicBezTo>
                  <a:pt x="85692" y="76516"/>
                  <a:pt x="88270" y="75043"/>
                  <a:pt x="91083" y="75043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790575" y="5200650"/>
            <a:ext cx="626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Image Selection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5581650"/>
            <a:ext cx="647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suggests high-resolution images that match the generated description, ensuring visual consistency and appeal. Images are automatically tagged and optimized for SEO.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53300" y="1524000"/>
            <a:ext cx="4457700" cy="2295525"/>
          </a:xfrm>
          <a:custGeom>
            <a:avLst/>
            <a:gdLst/>
            <a:ahLst/>
            <a:cxnLst/>
            <a:rect l="l" t="t" r="r" b="b"/>
            <a:pathLst>
              <a:path w="4457700" h="2295525">
                <a:moveTo>
                  <a:pt x="114294" y="0"/>
                </a:moveTo>
                <a:lnTo>
                  <a:pt x="4343406" y="0"/>
                </a:lnTo>
                <a:cubicBezTo>
                  <a:pt x="4406529" y="0"/>
                  <a:pt x="4457700" y="51171"/>
                  <a:pt x="4457700" y="114294"/>
                </a:cubicBezTo>
                <a:lnTo>
                  <a:pt x="4457700" y="2181231"/>
                </a:lnTo>
                <a:cubicBezTo>
                  <a:pt x="4457700" y="2244354"/>
                  <a:pt x="4406529" y="2295525"/>
                  <a:pt x="4343406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714500"/>
            <a:ext cx="417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Gains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43800" y="215265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Method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195685" y="2133600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days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43800" y="2400300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43800" y="2400300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264795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857071" y="26289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seconds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43800" y="2895600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543800" y="2895600"/>
            <a:ext cx="200025" cy="76200"/>
          </a:xfrm>
          <a:custGeom>
            <a:avLst/>
            <a:gdLst/>
            <a:ahLst/>
            <a:cxnLst/>
            <a:rect l="l" t="t" r="r" b="b"/>
            <a:pathLst>
              <a:path w="200025" h="76200">
                <a:moveTo>
                  <a:pt x="38100" y="0"/>
                </a:moveTo>
                <a:lnTo>
                  <a:pt x="161925" y="0"/>
                </a:lnTo>
                <a:cubicBezTo>
                  <a:pt x="182953" y="0"/>
                  <a:pt x="200025" y="17072"/>
                  <a:pt x="200025" y="38100"/>
                </a:cubicBezTo>
                <a:lnTo>
                  <a:pt x="200025" y="38100"/>
                </a:lnTo>
                <a:cubicBezTo>
                  <a:pt x="200025" y="59128"/>
                  <a:pt x="182953" y="76200"/>
                  <a:pt x="161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1" name="Shape 39"/>
          <p:cNvSpPr/>
          <p:nvPr/>
        </p:nvSpPr>
        <p:spPr>
          <a:xfrm>
            <a:off x="7543800" y="3128010"/>
            <a:ext cx="4076700" cy="7620"/>
          </a:xfrm>
          <a:custGeom>
            <a:avLst/>
            <a:gdLst/>
            <a:ahLst/>
            <a:cxnLst/>
            <a:rect l="l" t="t" r="r" b="b"/>
            <a:pathLst>
              <a:path w="4076700" h="7620">
                <a:moveTo>
                  <a:pt x="0" y="0"/>
                </a:moveTo>
                <a:lnTo>
                  <a:pt x="4076700" y="0"/>
                </a:lnTo>
                <a:lnTo>
                  <a:pt x="4076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543800" y="3341373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71265" y="3284223"/>
            <a:ext cx="695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53300" y="3970023"/>
            <a:ext cx="4457700" cy="1752600"/>
          </a:xfrm>
          <a:custGeom>
            <a:avLst/>
            <a:gdLst/>
            <a:ahLst/>
            <a:cxnLst/>
            <a:rect l="l" t="t" r="r" b="b"/>
            <a:pathLst>
              <a:path w="4457700" h="1752600">
                <a:moveTo>
                  <a:pt x="114305" y="0"/>
                </a:moveTo>
                <a:lnTo>
                  <a:pt x="4343395" y="0"/>
                </a:lnTo>
                <a:cubicBezTo>
                  <a:pt x="4406524" y="0"/>
                  <a:pt x="4457700" y="51176"/>
                  <a:pt x="4457700" y="114305"/>
                </a:cubicBezTo>
                <a:lnTo>
                  <a:pt x="4457700" y="1638295"/>
                </a:lnTo>
                <a:cubicBezTo>
                  <a:pt x="4457700" y="1701424"/>
                  <a:pt x="4406524" y="1752600"/>
                  <a:pt x="43433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67612" y="42081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6" name="Text 44"/>
          <p:cNvSpPr/>
          <p:nvPr/>
        </p:nvSpPr>
        <p:spPr>
          <a:xfrm>
            <a:off x="7762875" y="4160523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Benefits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72375" y="45605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8" name="Text 46"/>
          <p:cNvSpPr/>
          <p:nvPr/>
        </p:nvSpPr>
        <p:spPr>
          <a:xfrm>
            <a:off x="7810500" y="4541523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Keyword-rich content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72375" y="48272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50" name="Text 48"/>
          <p:cNvSpPr/>
          <p:nvPr/>
        </p:nvSpPr>
        <p:spPr>
          <a:xfrm>
            <a:off x="7810500" y="4808223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data markup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72375" y="50939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52" name="Text 50"/>
          <p:cNvSpPr/>
          <p:nvPr/>
        </p:nvSpPr>
        <p:spPr>
          <a:xfrm>
            <a:off x="7810500" y="5074923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descriptions auto-gen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72375" y="536067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54" name="Text 52"/>
          <p:cNvSpPr/>
          <p:nvPr/>
        </p:nvSpPr>
        <p:spPr>
          <a:xfrm>
            <a:off x="7810500" y="5341623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alt tags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10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Assistant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Travel Assistant: Conversational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38100" y="0"/>
                </a:moveTo>
                <a:lnTo>
                  <a:pt x="5467345" y="0"/>
                </a:lnTo>
                <a:cubicBezTo>
                  <a:pt x="5530474" y="0"/>
                  <a:pt x="5581650" y="51176"/>
                  <a:pt x="5581650" y="114305"/>
                </a:cubicBezTo>
                <a:lnTo>
                  <a:pt x="5581650" y="1638295"/>
                </a:lnTo>
                <a:cubicBezTo>
                  <a:pt x="5581650" y="1701424"/>
                  <a:pt x="5530474" y="1752600"/>
                  <a:pt x="5467345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7" name="Shape 5"/>
          <p:cNvSpPr/>
          <p:nvPr/>
        </p:nvSpPr>
        <p:spPr>
          <a:xfrm>
            <a:off x="621506" y="17526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8" name="Text 6"/>
          <p:cNvSpPr/>
          <p:nvPr/>
        </p:nvSpPr>
        <p:spPr>
          <a:xfrm>
            <a:off x="847725" y="1714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Understanding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95500"/>
            <a:ext cx="5257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AI travel assistant understands complex traveler queries in natural language, providing personalized responses about Tunisia travel. From "What's the best time to visit the Sahara?" to "Recommend family-friendly hotels in Sousse with pools"—the assistant delivers contextual, helpful answers.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429000"/>
            <a:ext cx="5581650" cy="2095500"/>
          </a:xfrm>
          <a:custGeom>
            <a:avLst/>
            <a:gdLst/>
            <a:ahLst/>
            <a:cxnLst/>
            <a:rect l="l" t="t" r="r" b="b"/>
            <a:pathLst>
              <a:path w="5581650" h="2095500">
                <a:moveTo>
                  <a:pt x="38100" y="0"/>
                </a:moveTo>
                <a:lnTo>
                  <a:pt x="5467340" y="0"/>
                </a:lnTo>
                <a:cubicBezTo>
                  <a:pt x="5530472" y="0"/>
                  <a:pt x="5581650" y="51178"/>
                  <a:pt x="5581650" y="114310"/>
                </a:cubicBezTo>
                <a:lnTo>
                  <a:pt x="5581650" y="1981190"/>
                </a:lnTo>
                <a:cubicBezTo>
                  <a:pt x="5581650" y="2044322"/>
                  <a:pt x="5530472" y="2095500"/>
                  <a:pt x="5467340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342900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2" name="Shape 10"/>
          <p:cNvSpPr/>
          <p:nvPr/>
        </p:nvSpPr>
        <p:spPr>
          <a:xfrm>
            <a:off x="633413" y="3657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3" name="Text 11"/>
          <p:cNvSpPr/>
          <p:nvPr/>
        </p:nvSpPr>
        <p:spPr>
          <a:xfrm>
            <a:off x="847725" y="36195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Recommendations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4000500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5" name="Text 13"/>
          <p:cNvSpPr/>
          <p:nvPr/>
        </p:nvSpPr>
        <p:spPr>
          <a:xfrm>
            <a:off x="723900" y="41148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Itineraries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4343400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trip plans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7550" y="4000500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8" name="Text 16"/>
          <p:cNvSpPr/>
          <p:nvPr/>
        </p:nvSpPr>
        <p:spPr>
          <a:xfrm>
            <a:off x="3371850" y="41148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Travel Advice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71850" y="4343400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Weather, customs, safety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4724284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723900" y="4838584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Insights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3900" y="5067184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gems, local tips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57550" y="4724284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76200" y="0"/>
                </a:moveTo>
                <a:lnTo>
                  <a:pt x="2457450" y="0"/>
                </a:lnTo>
                <a:cubicBezTo>
                  <a:pt x="2499506" y="0"/>
                  <a:pt x="2533650" y="34144"/>
                  <a:pt x="2533650" y="76200"/>
                </a:cubicBezTo>
                <a:lnTo>
                  <a:pt x="2533650" y="533400"/>
                </a:lnTo>
                <a:cubicBezTo>
                  <a:pt x="2533650" y="575456"/>
                  <a:pt x="2499506" y="609600"/>
                  <a:pt x="24574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4" name="Text 22"/>
          <p:cNvSpPr/>
          <p:nvPr/>
        </p:nvSpPr>
        <p:spPr>
          <a:xfrm>
            <a:off x="3371850" y="4838584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Info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71850" y="5067184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Events, conditions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0300" y="1524000"/>
            <a:ext cx="5600700" cy="2628900"/>
          </a:xfrm>
          <a:custGeom>
            <a:avLst/>
            <a:gdLst/>
            <a:ahLst/>
            <a:cxnLst/>
            <a:rect l="l" t="t" r="r" b="b"/>
            <a:pathLst>
              <a:path w="5600700" h="2628900">
                <a:moveTo>
                  <a:pt x="114305" y="0"/>
                </a:moveTo>
                <a:lnTo>
                  <a:pt x="5486395" y="0"/>
                </a:lnTo>
                <a:cubicBezTo>
                  <a:pt x="5549524" y="0"/>
                  <a:pt x="5600700" y="51176"/>
                  <a:pt x="5600700" y="114305"/>
                </a:cubicBezTo>
                <a:lnTo>
                  <a:pt x="5600700" y="2514595"/>
                </a:lnTo>
                <a:cubicBezTo>
                  <a:pt x="5600700" y="2577724"/>
                  <a:pt x="5549524" y="2628900"/>
                  <a:pt x="5486395" y="2628900"/>
                </a:cubicBezTo>
                <a:lnTo>
                  <a:pt x="114305" y="2628900"/>
                </a:lnTo>
                <a:cubicBezTo>
                  <a:pt x="51176" y="2628900"/>
                  <a:pt x="0" y="2577724"/>
                  <a:pt x="0" y="25145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7145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Assistant Performance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133600"/>
            <a:ext cx="2533650" cy="838200"/>
          </a:xfrm>
          <a:custGeom>
            <a:avLst/>
            <a:gdLst/>
            <a:ahLst/>
            <a:cxnLst/>
            <a:rect l="l" t="t" r="r" b="b"/>
            <a:pathLst>
              <a:path w="2533650" h="838200">
                <a:moveTo>
                  <a:pt x="76201" y="0"/>
                </a:moveTo>
                <a:lnTo>
                  <a:pt x="2457449" y="0"/>
                </a:lnTo>
                <a:cubicBezTo>
                  <a:pt x="2499534" y="0"/>
                  <a:pt x="2533650" y="34116"/>
                  <a:pt x="2533650" y="76201"/>
                </a:cubicBezTo>
                <a:lnTo>
                  <a:pt x="2533650" y="761999"/>
                </a:lnTo>
                <a:cubicBezTo>
                  <a:pt x="2533650" y="804084"/>
                  <a:pt x="2499534" y="838200"/>
                  <a:pt x="24574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9375" y="22479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81763" y="26670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Inquiries Handled Automatically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86850" y="2133600"/>
            <a:ext cx="2533650" cy="838200"/>
          </a:xfrm>
          <a:custGeom>
            <a:avLst/>
            <a:gdLst/>
            <a:ahLst/>
            <a:cxnLst/>
            <a:rect l="l" t="t" r="r" b="b"/>
            <a:pathLst>
              <a:path w="2533650" h="838200">
                <a:moveTo>
                  <a:pt x="76201" y="0"/>
                </a:moveTo>
                <a:lnTo>
                  <a:pt x="2457449" y="0"/>
                </a:lnTo>
                <a:cubicBezTo>
                  <a:pt x="2499534" y="0"/>
                  <a:pt x="2533650" y="34116"/>
                  <a:pt x="2533650" y="76201"/>
                </a:cubicBezTo>
                <a:lnTo>
                  <a:pt x="2533650" y="761999"/>
                </a:lnTo>
                <a:cubicBezTo>
                  <a:pt x="2533650" y="804084"/>
                  <a:pt x="2499534" y="838200"/>
                  <a:pt x="24574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115425" y="22479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67813" y="26670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Satisfaction Rate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31432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83779" y="31242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 sec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344805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31178" y="3429000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375285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62742" y="3733800"/>
            <a:ext cx="23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4305300"/>
            <a:ext cx="5600700" cy="1333500"/>
          </a:xfrm>
          <a:custGeom>
            <a:avLst/>
            <a:gdLst/>
            <a:ahLst/>
            <a:cxnLst/>
            <a:rect l="l" t="t" r="r" b="b"/>
            <a:pathLst>
              <a:path w="5600700" h="1333500">
                <a:moveTo>
                  <a:pt x="114294" y="0"/>
                </a:moveTo>
                <a:lnTo>
                  <a:pt x="5486406" y="0"/>
                </a:lnTo>
                <a:cubicBezTo>
                  <a:pt x="5549486" y="0"/>
                  <a:pt x="5600700" y="51214"/>
                  <a:pt x="5600700" y="114294"/>
                </a:cubicBezTo>
                <a:lnTo>
                  <a:pt x="5600700" y="1219206"/>
                </a:lnTo>
                <a:cubicBezTo>
                  <a:pt x="5600700" y="1282286"/>
                  <a:pt x="5549486" y="1333500"/>
                  <a:pt x="54864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24613" y="4543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2" name="Text 40"/>
          <p:cNvSpPr/>
          <p:nvPr/>
        </p:nvSpPr>
        <p:spPr>
          <a:xfrm>
            <a:off x="6619875" y="4495800"/>
            <a:ext cx="508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Multilingual Conversations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0800" y="4876800"/>
            <a:ext cx="981075" cy="571500"/>
          </a:xfrm>
          <a:custGeom>
            <a:avLst/>
            <a:gdLst/>
            <a:ahLst/>
            <a:cxnLst/>
            <a:rect l="l" t="t" r="r" b="b"/>
            <a:pathLst>
              <a:path w="981075" h="571500">
                <a:moveTo>
                  <a:pt x="76198" y="0"/>
                </a:moveTo>
                <a:lnTo>
                  <a:pt x="904877" y="0"/>
                </a:lnTo>
                <a:cubicBezTo>
                  <a:pt x="946960" y="0"/>
                  <a:pt x="981075" y="34115"/>
                  <a:pt x="981075" y="76198"/>
                </a:cubicBezTo>
                <a:lnTo>
                  <a:pt x="981075" y="495302"/>
                </a:lnTo>
                <a:cubicBezTo>
                  <a:pt x="981075" y="537385"/>
                  <a:pt x="946960" y="571500"/>
                  <a:pt x="904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34138" y="49530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48425" y="5219700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العربية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59980" y="4876800"/>
            <a:ext cx="981075" cy="571500"/>
          </a:xfrm>
          <a:custGeom>
            <a:avLst/>
            <a:gdLst/>
            <a:ahLst/>
            <a:cxnLst/>
            <a:rect l="l" t="t" r="r" b="b"/>
            <a:pathLst>
              <a:path w="981075" h="571500">
                <a:moveTo>
                  <a:pt x="76198" y="0"/>
                </a:moveTo>
                <a:lnTo>
                  <a:pt x="904877" y="0"/>
                </a:lnTo>
                <a:cubicBezTo>
                  <a:pt x="946960" y="0"/>
                  <a:pt x="981075" y="34115"/>
                  <a:pt x="981075" y="76198"/>
                </a:cubicBezTo>
                <a:lnTo>
                  <a:pt x="981075" y="495302"/>
                </a:lnTo>
                <a:cubicBezTo>
                  <a:pt x="981075" y="537385"/>
                  <a:pt x="946960" y="571500"/>
                  <a:pt x="904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493318" y="49530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07605" y="5219700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Français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19160" y="4876800"/>
            <a:ext cx="981075" cy="571500"/>
          </a:xfrm>
          <a:custGeom>
            <a:avLst/>
            <a:gdLst/>
            <a:ahLst/>
            <a:cxnLst/>
            <a:rect l="l" t="t" r="r" b="b"/>
            <a:pathLst>
              <a:path w="981075" h="571500">
                <a:moveTo>
                  <a:pt x="76198" y="0"/>
                </a:moveTo>
                <a:lnTo>
                  <a:pt x="904877" y="0"/>
                </a:lnTo>
                <a:cubicBezTo>
                  <a:pt x="946960" y="0"/>
                  <a:pt x="981075" y="34115"/>
                  <a:pt x="981075" y="76198"/>
                </a:cubicBezTo>
                <a:lnTo>
                  <a:pt x="981075" y="495302"/>
                </a:lnTo>
                <a:cubicBezTo>
                  <a:pt x="981075" y="537385"/>
                  <a:pt x="946960" y="571500"/>
                  <a:pt x="904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E67E22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552498" y="49530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66785" y="5219700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578340" y="4876800"/>
            <a:ext cx="981075" cy="571500"/>
          </a:xfrm>
          <a:custGeom>
            <a:avLst/>
            <a:gdLst/>
            <a:ahLst/>
            <a:cxnLst/>
            <a:rect l="l" t="t" r="r" b="b"/>
            <a:pathLst>
              <a:path w="981075" h="571500">
                <a:moveTo>
                  <a:pt x="76198" y="0"/>
                </a:moveTo>
                <a:lnTo>
                  <a:pt x="904877" y="0"/>
                </a:lnTo>
                <a:cubicBezTo>
                  <a:pt x="946960" y="0"/>
                  <a:pt x="981075" y="34115"/>
                  <a:pt x="981075" y="76198"/>
                </a:cubicBezTo>
                <a:lnTo>
                  <a:pt x="981075" y="495302"/>
                </a:lnTo>
                <a:cubicBezTo>
                  <a:pt x="981075" y="537385"/>
                  <a:pt x="946960" y="571500"/>
                  <a:pt x="904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611678" y="49530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625965" y="5219700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Deutsch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637520" y="4876800"/>
            <a:ext cx="981075" cy="571500"/>
          </a:xfrm>
          <a:custGeom>
            <a:avLst/>
            <a:gdLst/>
            <a:ahLst/>
            <a:cxnLst/>
            <a:rect l="l" t="t" r="r" b="b"/>
            <a:pathLst>
              <a:path w="981075" h="571500">
                <a:moveTo>
                  <a:pt x="76198" y="0"/>
                </a:moveTo>
                <a:lnTo>
                  <a:pt x="904877" y="0"/>
                </a:lnTo>
                <a:cubicBezTo>
                  <a:pt x="946960" y="0"/>
                  <a:pt x="981075" y="34115"/>
                  <a:pt x="981075" y="76198"/>
                </a:cubicBezTo>
                <a:lnTo>
                  <a:pt x="981075" y="495302"/>
                </a:lnTo>
                <a:cubicBezTo>
                  <a:pt x="981075" y="537385"/>
                  <a:pt x="946960" y="571500"/>
                  <a:pt x="90487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670858" y="49530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685145" y="5219700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Italiano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1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 &amp; AI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430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6B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232410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7219" y="27432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790575" y="270510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7219" y="30099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790575" y="29718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7219" y="32766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790575" y="323850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54460" y="15430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4460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4960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58950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90217" y="18859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444960" y="232410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0679" y="27432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4035" y="27051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Flask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679" y="30099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664035" y="29718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80679" y="32766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664035" y="32385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GraphQL API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80679" y="35433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4664035" y="35052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Support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7921" y="1543050"/>
            <a:ext cx="3686175" cy="2343150"/>
          </a:xfrm>
          <a:custGeom>
            <a:avLst/>
            <a:gdLst/>
            <a:ahLst/>
            <a:cxnLst/>
            <a:rect l="l" t="t" r="r" b="b"/>
            <a:pathLst>
              <a:path w="3686175" h="23431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2228851"/>
                </a:lnTo>
                <a:cubicBezTo>
                  <a:pt x="3686175" y="2291977"/>
                  <a:pt x="3635002" y="2343150"/>
                  <a:pt x="35718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27921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8318421" y="175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67E22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51771" y="1885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8318421" y="232410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Layer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54139" y="27432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5" name="Text 33"/>
          <p:cNvSpPr/>
          <p:nvPr/>
        </p:nvSpPr>
        <p:spPr>
          <a:xfrm>
            <a:off x="8537496" y="27051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54139" y="30099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7" name="Text 35"/>
          <p:cNvSpPr/>
          <p:nvPr/>
        </p:nvSpPr>
        <p:spPr>
          <a:xfrm>
            <a:off x="8537496" y="29718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Models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54139" y="32766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39" name="Text 37"/>
          <p:cNvSpPr/>
          <p:nvPr/>
        </p:nvSpPr>
        <p:spPr>
          <a:xfrm>
            <a:off x="8537496" y="3238500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Pipeline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54139" y="354330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69451" y="52105"/>
                </a:moveTo>
                <a:cubicBezTo>
                  <a:pt x="72241" y="54895"/>
                  <a:pt x="72241" y="59427"/>
                  <a:pt x="69451" y="62218"/>
                </a:cubicBezTo>
                <a:lnTo>
                  <a:pt x="26588" y="105080"/>
                </a:lnTo>
                <a:cubicBezTo>
                  <a:pt x="23798" y="107871"/>
                  <a:pt x="19266" y="107871"/>
                  <a:pt x="16475" y="105080"/>
                </a:cubicBezTo>
                <a:cubicBezTo>
                  <a:pt x="13685" y="102290"/>
                  <a:pt x="13685" y="97758"/>
                  <a:pt x="16475" y="94967"/>
                </a:cubicBezTo>
                <a:lnTo>
                  <a:pt x="54293" y="57150"/>
                </a:lnTo>
                <a:lnTo>
                  <a:pt x="16498" y="19333"/>
                </a:lnTo>
                <a:cubicBezTo>
                  <a:pt x="13707" y="16542"/>
                  <a:pt x="13707" y="12010"/>
                  <a:pt x="16498" y="9220"/>
                </a:cubicBezTo>
                <a:cubicBezTo>
                  <a:pt x="19288" y="6429"/>
                  <a:pt x="23820" y="6429"/>
                  <a:pt x="26610" y="9220"/>
                </a:cubicBezTo>
                <a:lnTo>
                  <a:pt x="69473" y="52082"/>
                </a:ln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1" name="Text 39"/>
          <p:cNvSpPr/>
          <p:nvPr/>
        </p:nvSpPr>
        <p:spPr>
          <a:xfrm>
            <a:off x="8537496" y="35052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Generation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1000" y="40767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19303"/>
                </a:lnTo>
                <a:cubicBezTo>
                  <a:pt x="5619750" y="2082428"/>
                  <a:pt x="5568578" y="2133600"/>
                  <a:pt x="550545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6028" y="43148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44" name="Text 42"/>
          <p:cNvSpPr/>
          <p:nvPr/>
        </p:nvSpPr>
        <p:spPr>
          <a:xfrm>
            <a:off x="790575" y="42672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&amp; Storage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1500" y="4686300"/>
            <a:ext cx="2562225" cy="609600"/>
          </a:xfrm>
          <a:custGeom>
            <a:avLst/>
            <a:gdLst/>
            <a:ahLst/>
            <a:cxnLst/>
            <a:rect l="l" t="t" r="r" b="b"/>
            <a:pathLst>
              <a:path w="2562225" h="6096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533400"/>
                </a:lnTo>
                <a:cubicBezTo>
                  <a:pt x="2562225" y="575456"/>
                  <a:pt x="2528081" y="609600"/>
                  <a:pt x="2486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48006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5800" y="5029200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database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48025" y="4686300"/>
            <a:ext cx="2562225" cy="609600"/>
          </a:xfrm>
          <a:custGeom>
            <a:avLst/>
            <a:gdLst/>
            <a:ahLst/>
            <a:cxnLst/>
            <a:rect l="l" t="t" r="r" b="b"/>
            <a:pathLst>
              <a:path w="2562225" h="6096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533400"/>
                </a:lnTo>
                <a:cubicBezTo>
                  <a:pt x="2562225" y="575456"/>
                  <a:pt x="2528081" y="609600"/>
                  <a:pt x="2486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9" name="Text 47"/>
          <p:cNvSpPr/>
          <p:nvPr/>
        </p:nvSpPr>
        <p:spPr>
          <a:xfrm>
            <a:off x="3362325" y="48006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58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PostGIS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362325" y="5029200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Geospatial data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1500" y="5410084"/>
            <a:ext cx="2562225" cy="609600"/>
          </a:xfrm>
          <a:custGeom>
            <a:avLst/>
            <a:gdLst/>
            <a:ahLst/>
            <a:cxnLst/>
            <a:rect l="l" t="t" r="r" b="b"/>
            <a:pathLst>
              <a:path w="2562225" h="6096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533400"/>
                </a:lnTo>
                <a:cubicBezTo>
                  <a:pt x="2562225" y="575456"/>
                  <a:pt x="2528081" y="609600"/>
                  <a:pt x="2486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524384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5800" y="5752984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storage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48025" y="5410084"/>
            <a:ext cx="2562225" cy="609600"/>
          </a:xfrm>
          <a:custGeom>
            <a:avLst/>
            <a:gdLst/>
            <a:ahLst/>
            <a:cxnLst/>
            <a:rect l="l" t="t" r="r" b="b"/>
            <a:pathLst>
              <a:path w="2562225" h="6096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533400"/>
                </a:lnTo>
                <a:cubicBezTo>
                  <a:pt x="2562225" y="575456"/>
                  <a:pt x="2528081" y="609600"/>
                  <a:pt x="24860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5" name="Text 53"/>
          <p:cNvSpPr/>
          <p:nvPr/>
        </p:nvSpPr>
        <p:spPr>
          <a:xfrm>
            <a:off x="3362325" y="5524384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62325" y="5752984"/>
            <a:ext cx="2390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layer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1250" y="4076700"/>
            <a:ext cx="5619750" cy="2133600"/>
          </a:xfrm>
          <a:custGeom>
            <a:avLst/>
            <a:gdLst/>
            <a:ahLst/>
            <a:cxnLst/>
            <a:rect l="l" t="t" r="r" b="b"/>
            <a:pathLst>
              <a:path w="5619750" h="2133600">
                <a:moveTo>
                  <a:pt x="114297" y="0"/>
                </a:moveTo>
                <a:lnTo>
                  <a:pt x="5505453" y="0"/>
                </a:lnTo>
                <a:cubicBezTo>
                  <a:pt x="5568578" y="0"/>
                  <a:pt x="5619750" y="51172"/>
                  <a:pt x="5619750" y="114297"/>
                </a:cubicBezTo>
                <a:lnTo>
                  <a:pt x="5619750" y="2019303"/>
                </a:lnTo>
                <a:cubicBezTo>
                  <a:pt x="5619750" y="2082428"/>
                  <a:pt x="5568578" y="2133600"/>
                  <a:pt x="5505453" y="2133600"/>
                </a:cubicBezTo>
                <a:lnTo>
                  <a:pt x="114297" y="2133600"/>
                </a:lnTo>
                <a:cubicBezTo>
                  <a:pt x="51172" y="2133600"/>
                  <a:pt x="0" y="2082428"/>
                  <a:pt x="0" y="20193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394847" y="4314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59" name="Text 57"/>
          <p:cNvSpPr/>
          <p:nvPr/>
        </p:nvSpPr>
        <p:spPr>
          <a:xfrm>
            <a:off x="6600825" y="42672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81750" y="4686300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266701"/>
                </a:lnTo>
                <a:cubicBezTo>
                  <a:pt x="5238750" y="308784"/>
                  <a:pt x="5204634" y="342900"/>
                  <a:pt x="51625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1" name="Shape 59"/>
          <p:cNvSpPr/>
          <p:nvPr/>
        </p:nvSpPr>
        <p:spPr>
          <a:xfrm>
            <a:off x="6486525" y="4781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005F6B"/>
          </a:solidFill>
          <a:ln/>
        </p:spPr>
      </p:sp>
      <p:sp>
        <p:nvSpPr>
          <p:cNvPr id="62" name="Text 60"/>
          <p:cNvSpPr/>
          <p:nvPr/>
        </p:nvSpPr>
        <p:spPr>
          <a:xfrm>
            <a:off x="6724650" y="476250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/ Azure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864810" y="4781550"/>
            <a:ext cx="733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hosting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81750" y="5105400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266701"/>
                </a:lnTo>
                <a:cubicBezTo>
                  <a:pt x="5238750" y="308784"/>
                  <a:pt x="5204634" y="342900"/>
                  <a:pt x="51625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5" name="Shape 63"/>
          <p:cNvSpPr/>
          <p:nvPr/>
        </p:nvSpPr>
        <p:spPr>
          <a:xfrm>
            <a:off x="6486525" y="5200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B58950"/>
          </a:solidFill>
          <a:ln/>
        </p:spPr>
      </p:sp>
      <p:sp>
        <p:nvSpPr>
          <p:cNvPr id="66" name="Text 64"/>
          <p:cNvSpPr/>
          <p:nvPr/>
        </p:nvSpPr>
        <p:spPr>
          <a:xfrm>
            <a:off x="6724650" y="51816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661333" y="52006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capacity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81750" y="5524500"/>
            <a:ext cx="5238750" cy="342900"/>
          </a:xfrm>
          <a:custGeom>
            <a:avLst/>
            <a:gdLst/>
            <a:ahLst/>
            <a:cxnLst/>
            <a:rect l="l" t="t" r="r" b="b"/>
            <a:pathLst>
              <a:path w="5238750" h="342900">
                <a:moveTo>
                  <a:pt x="76199" y="0"/>
                </a:moveTo>
                <a:lnTo>
                  <a:pt x="5162551" y="0"/>
                </a:lnTo>
                <a:cubicBezTo>
                  <a:pt x="5204634" y="0"/>
                  <a:pt x="5238750" y="34116"/>
                  <a:pt x="5238750" y="76199"/>
                </a:cubicBezTo>
                <a:lnTo>
                  <a:pt x="5238750" y="266701"/>
                </a:lnTo>
                <a:cubicBezTo>
                  <a:pt x="5238750" y="308784"/>
                  <a:pt x="5204634" y="342900"/>
                  <a:pt x="51625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69" name="Shape 67"/>
          <p:cNvSpPr/>
          <p:nvPr/>
        </p:nvSpPr>
        <p:spPr>
          <a:xfrm>
            <a:off x="6477000" y="5619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70" name="Text 68"/>
          <p:cNvSpPr/>
          <p:nvPr/>
        </p:nvSpPr>
        <p:spPr>
          <a:xfrm>
            <a:off x="6724650" y="5600700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774561" y="5619750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SSL, encryption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luxuryescapes.com/8a83effa5e462082729718b7c023da6392ff4ae3">    </p:cNvPr>
          <p:cNvPicPr>
            <a:picLocks noChangeAspect="1"/>
          </p:cNvPicPr>
          <p:nvPr/>
        </p:nvPicPr>
        <p:blipFill>
          <a:blip r:embed="rId1"/>
          <a:srcRect l="0" r="0" t="3893" b="389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5F6B">
                  <a:alpha val="95000"/>
                </a:srgbClr>
              </a:gs>
              <a:gs pos="50000">
                <a:srgbClr val="005F6B">
                  <a:alpha val="85000"/>
                </a:srgbClr>
              </a:gs>
              <a:gs pos="100000">
                <a:srgbClr val="B5895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725807"/>
            <a:ext cx="1343025" cy="342900"/>
          </a:xfrm>
          <a:custGeom>
            <a:avLst/>
            <a:gdLst/>
            <a:ahLst/>
            <a:cxnLst/>
            <a:rect l="l" t="t" r="r" b="b"/>
            <a:pathLst>
              <a:path w="1343025" h="342900">
                <a:moveTo>
                  <a:pt x="171450" y="0"/>
                </a:moveTo>
                <a:lnTo>
                  <a:pt x="1171575" y="0"/>
                </a:lnTo>
                <a:cubicBezTo>
                  <a:pt x="1266201" y="0"/>
                  <a:pt x="1343025" y="76824"/>
                  <a:pt x="1343025" y="171450"/>
                </a:cubicBezTo>
                <a:lnTo>
                  <a:pt x="1343025" y="171450"/>
                </a:lnTo>
                <a:cubicBezTo>
                  <a:pt x="1343025" y="266076"/>
                  <a:pt x="1266201" y="342900"/>
                  <a:pt x="1171575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725807"/>
            <a:ext cx="1409700" cy="3429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73507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Leading Digital Transformation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 North African Tourism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3034667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1531627"/>
                </a:lnTo>
                <a:cubicBezTo>
                  <a:pt x="3674745" y="1594749"/>
                  <a:pt x="3623574" y="1645920"/>
                  <a:pt x="3560452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9120" y="322897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385763" y="32147"/>
                </a:moveTo>
                <a:cubicBezTo>
                  <a:pt x="385763" y="24713"/>
                  <a:pt x="381945" y="17815"/>
                  <a:pt x="375583" y="13930"/>
                </a:cubicBezTo>
                <a:cubicBezTo>
                  <a:pt x="369220" y="10046"/>
                  <a:pt x="361384" y="9644"/>
                  <a:pt x="354754" y="12993"/>
                </a:cubicBezTo>
                <a:lnTo>
                  <a:pt x="276932" y="51904"/>
                </a:lnTo>
                <a:lnTo>
                  <a:pt x="156783" y="11787"/>
                </a:lnTo>
                <a:cubicBezTo>
                  <a:pt x="151358" y="9979"/>
                  <a:pt x="145532" y="10381"/>
                  <a:pt x="140442" y="12926"/>
                </a:cubicBezTo>
                <a:lnTo>
                  <a:pt x="54717" y="55788"/>
                </a:lnTo>
                <a:cubicBezTo>
                  <a:pt x="47417" y="59472"/>
                  <a:pt x="42863" y="66906"/>
                  <a:pt x="42863" y="75009"/>
                </a:cubicBezTo>
                <a:lnTo>
                  <a:pt x="42863" y="310753"/>
                </a:lnTo>
                <a:cubicBezTo>
                  <a:pt x="42863" y="318187"/>
                  <a:pt x="46680" y="325085"/>
                  <a:pt x="53042" y="328970"/>
                </a:cubicBezTo>
                <a:cubicBezTo>
                  <a:pt x="59405" y="332854"/>
                  <a:pt x="67241" y="333256"/>
                  <a:pt x="73871" y="329907"/>
                </a:cubicBezTo>
                <a:lnTo>
                  <a:pt x="151626" y="290996"/>
                </a:lnTo>
                <a:lnTo>
                  <a:pt x="267690" y="329706"/>
                </a:lnTo>
                <a:cubicBezTo>
                  <a:pt x="264810" y="325420"/>
                  <a:pt x="261997" y="320933"/>
                  <a:pt x="259251" y="316379"/>
                </a:cubicBezTo>
                <a:cubicBezTo>
                  <a:pt x="251884" y="304123"/>
                  <a:pt x="244584" y="290059"/>
                  <a:pt x="239159" y="274990"/>
                </a:cubicBezTo>
                <a:lnTo>
                  <a:pt x="171383" y="252420"/>
                </a:lnTo>
                <a:lnTo>
                  <a:pt x="171383" y="61883"/>
                </a:lnTo>
                <a:lnTo>
                  <a:pt x="257108" y="90480"/>
                </a:lnTo>
                <a:lnTo>
                  <a:pt x="257108" y="156984"/>
                </a:lnTo>
                <a:cubicBezTo>
                  <a:pt x="277870" y="133008"/>
                  <a:pt x="308677" y="117872"/>
                  <a:pt x="342833" y="117872"/>
                </a:cubicBezTo>
                <a:cubicBezTo>
                  <a:pt x="357969" y="117872"/>
                  <a:pt x="372435" y="120819"/>
                  <a:pt x="385696" y="126243"/>
                </a:cubicBezTo>
                <a:lnTo>
                  <a:pt x="385763" y="32147"/>
                </a:lnTo>
                <a:close/>
                <a:moveTo>
                  <a:pt x="342900" y="150019"/>
                </a:moveTo>
                <a:cubicBezTo>
                  <a:pt x="298497" y="150019"/>
                  <a:pt x="262533" y="185380"/>
                  <a:pt x="262533" y="228980"/>
                </a:cubicBezTo>
                <a:cubicBezTo>
                  <a:pt x="262533" y="275124"/>
                  <a:pt x="305462" y="329706"/>
                  <a:pt x="328568" y="355759"/>
                </a:cubicBezTo>
                <a:cubicBezTo>
                  <a:pt x="336337" y="364465"/>
                  <a:pt x="349530" y="364465"/>
                  <a:pt x="357299" y="355759"/>
                </a:cubicBezTo>
                <a:cubicBezTo>
                  <a:pt x="380405" y="329706"/>
                  <a:pt x="423334" y="275124"/>
                  <a:pt x="423334" y="228980"/>
                </a:cubicBezTo>
                <a:cubicBezTo>
                  <a:pt x="423334" y="185380"/>
                  <a:pt x="387370" y="150019"/>
                  <a:pt x="342967" y="150019"/>
                </a:cubicBezTo>
                <a:close/>
                <a:moveTo>
                  <a:pt x="316111" y="230386"/>
                </a:moveTo>
                <a:cubicBezTo>
                  <a:pt x="316111" y="215601"/>
                  <a:pt x="328115" y="203597"/>
                  <a:pt x="342900" y="203597"/>
                </a:cubicBezTo>
                <a:cubicBezTo>
                  <a:pt x="357685" y="203597"/>
                  <a:pt x="369689" y="215601"/>
                  <a:pt x="369689" y="230386"/>
                </a:cubicBezTo>
                <a:cubicBezTo>
                  <a:pt x="369689" y="245171"/>
                  <a:pt x="357685" y="257175"/>
                  <a:pt x="342900" y="257175"/>
                </a:cubicBezTo>
                <a:cubicBezTo>
                  <a:pt x="328115" y="257175"/>
                  <a:pt x="316111" y="245171"/>
                  <a:pt x="316111" y="230386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579120" y="36861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Discovery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120" y="4029075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map exploration of all 24 Tunisian governorates with layered information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58270" y="3034667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1531627"/>
                </a:lnTo>
                <a:cubicBezTo>
                  <a:pt x="3674745" y="1594749"/>
                  <a:pt x="3623574" y="1645920"/>
                  <a:pt x="3560452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52580" y="322897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4452580" y="36861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Content Engine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52580" y="4029075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generation of state, hotel, and attraction descriptions in 5 languages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31731" y="3034667"/>
            <a:ext cx="3674745" cy="1645920"/>
          </a:xfrm>
          <a:custGeom>
            <a:avLst/>
            <a:gdLst/>
            <a:ahLst/>
            <a:cxnLst/>
            <a:rect l="l" t="t" r="r" b="b"/>
            <a:pathLst>
              <a:path w="3674745" h="164592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1531627"/>
                </a:lnTo>
                <a:cubicBezTo>
                  <a:pt x="3674745" y="1594749"/>
                  <a:pt x="3623574" y="1645920"/>
                  <a:pt x="3560452" y="1645920"/>
                </a:cubicBezTo>
                <a:lnTo>
                  <a:pt x="114293" y="1645920"/>
                </a:lnTo>
                <a:cubicBezTo>
                  <a:pt x="51171" y="1645920"/>
                  <a:pt x="0" y="1594749"/>
                  <a:pt x="0" y="15316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47472" y="322897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57175" y="96441"/>
                </a:moveTo>
                <a:cubicBezTo>
                  <a:pt x="257175" y="161538"/>
                  <a:pt x="199579" y="214313"/>
                  <a:pt x="128588" y="214313"/>
                </a:cubicBezTo>
                <a:cubicBezTo>
                  <a:pt x="110706" y="214313"/>
                  <a:pt x="93695" y="210964"/>
                  <a:pt x="78224" y="204936"/>
                </a:cubicBezTo>
                <a:lnTo>
                  <a:pt x="23574" y="233869"/>
                </a:lnTo>
                <a:cubicBezTo>
                  <a:pt x="17346" y="237150"/>
                  <a:pt x="9711" y="236012"/>
                  <a:pt x="4688" y="231056"/>
                </a:cubicBezTo>
                <a:cubicBezTo>
                  <a:pt x="-335" y="226100"/>
                  <a:pt x="-1473" y="218398"/>
                  <a:pt x="1875" y="212169"/>
                </a:cubicBezTo>
                <a:lnTo>
                  <a:pt x="25718" y="167164"/>
                </a:lnTo>
                <a:cubicBezTo>
                  <a:pt x="9577" y="147474"/>
                  <a:pt x="0" y="122962"/>
                  <a:pt x="0" y="96441"/>
                </a:cubicBezTo>
                <a:cubicBezTo>
                  <a:pt x="0" y="31343"/>
                  <a:pt x="57596" y="-21431"/>
                  <a:pt x="128588" y="-21431"/>
                </a:cubicBezTo>
                <a:cubicBezTo>
                  <a:pt x="199579" y="-21431"/>
                  <a:pt x="257175" y="31343"/>
                  <a:pt x="257175" y="96441"/>
                </a:cubicBezTo>
                <a:close/>
                <a:moveTo>
                  <a:pt x="257175" y="342900"/>
                </a:moveTo>
                <a:cubicBezTo>
                  <a:pt x="194154" y="342900"/>
                  <a:pt x="141714" y="301310"/>
                  <a:pt x="130731" y="246459"/>
                </a:cubicBezTo>
                <a:cubicBezTo>
                  <a:pt x="211098" y="245455"/>
                  <a:pt x="280950" y="188260"/>
                  <a:pt x="288652" y="110706"/>
                </a:cubicBezTo>
                <a:cubicBezTo>
                  <a:pt x="344440" y="123565"/>
                  <a:pt x="385763" y="169843"/>
                  <a:pt x="385763" y="225028"/>
                </a:cubicBezTo>
                <a:cubicBezTo>
                  <a:pt x="385763" y="251549"/>
                  <a:pt x="376185" y="276061"/>
                  <a:pt x="360045" y="295751"/>
                </a:cubicBezTo>
                <a:lnTo>
                  <a:pt x="383887" y="340757"/>
                </a:lnTo>
                <a:cubicBezTo>
                  <a:pt x="387169" y="346985"/>
                  <a:pt x="386030" y="354620"/>
                  <a:pt x="381074" y="359643"/>
                </a:cubicBezTo>
                <a:cubicBezTo>
                  <a:pt x="376118" y="364666"/>
                  <a:pt x="368417" y="365805"/>
                  <a:pt x="362188" y="362456"/>
                </a:cubicBezTo>
                <a:lnTo>
                  <a:pt x="307538" y="333524"/>
                </a:lnTo>
                <a:cubicBezTo>
                  <a:pt x="292068" y="339551"/>
                  <a:pt x="275057" y="342900"/>
                  <a:pt x="257175" y="34290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8326041" y="36861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Travel Assistant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26041" y="4029075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 providing personalized travel advice and recommendations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000" y="4989193"/>
            <a:ext cx="11430000" cy="1143000"/>
          </a:xfrm>
          <a:custGeom>
            <a:avLst/>
            <a:gdLst/>
            <a:ahLst/>
            <a:cxnLst/>
            <a:rect l="l" t="t" r="r" b="b"/>
            <a:pathLst>
              <a:path w="11430000" h="11430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1028700"/>
                </a:lnTo>
                <a:cubicBezTo>
                  <a:pt x="11430000" y="1091784"/>
                  <a:pt x="11378784" y="1143000"/>
                  <a:pt x="11315700" y="1143000"/>
                </a:cubicBezTo>
                <a:lnTo>
                  <a:pt x="114300" y="1143000"/>
                </a:lnTo>
                <a:cubicBezTo>
                  <a:pt x="51216" y="1143000"/>
                  <a:pt x="0" y="1091784"/>
                  <a:pt x="0" y="1028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09600" y="5255893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Opportunity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9600" y="5636782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Seeking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$1M seed funding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platform development &amp; market entry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265569" y="5217793"/>
            <a:ext cx="131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005F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427494" y="5713093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 Year 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Tunisia Hotel Reservation Application</dc:title>
  <dc:subject>Tunisia Hotel Reservation Application</dc:subject>
  <dc:creator>Kimi</dc:creator>
  <cp:lastModifiedBy>Kimi</cp:lastModifiedBy>
  <cp:revision>1</cp:revision>
  <dcterms:created xsi:type="dcterms:W3CDTF">2026-02-28T06:02:27Z</dcterms:created>
  <dcterms:modified xsi:type="dcterms:W3CDTF">2026-02-28T06:02:27Z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{"Label":"Tunisia Hotel Reservation Application","ContentProducer":"001191110108MACG2KBH8F10000","ProduceID":"19ca2c42-4762-8924-8000-0000ca5ccddd","ReservedCode1":"","ContentPropagator":"001191110108MACG2KBH8F20000","PropagateID":"19ca2c42-4762-8924-8000-0000ca5ccddd","ReservedCode2":""}</vt:lpwstr>
  </property>
</Properties>
</file>